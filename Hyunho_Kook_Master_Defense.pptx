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029200"/>
          <a:ext cx="65836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32004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/ power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ARM cores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Nature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327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mW-level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wall-clock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AC ≈ 6–8× cheaper than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~3–10×  vs GPU at iso-accuracy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benchmark); Davies et al. 2021 (LASSO 48× vs CPU);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8.7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Use pretrained ReLU CNN; map activations to spike rates.</a:t>
            </a:r>
            <a:br/>
            <a:r>
              <a:t>Needs T = 100–2000; cannot use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Cao 2015 · Diehl 2015</a:t>
            </a:r>
            <a:br/>
            <a:r>
              <a:t>Rueckauer 2017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'20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Per-timestep BN params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Output BN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Output BN only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fix membrane drift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normalize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0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