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8932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98932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612648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5486400" cy="594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07492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on slide 13.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3160"/>
            <a:ext cx="612648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6126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48640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709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20"/>
            <a:ext cx="6400800" cy="12801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66359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CIFAR-100, T=4   tdBN            75.55  →  76.09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TEBN            75.96  →  76.45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                 TAB             76.25  →  77.24</a:t>
            </a:r>
          </a:p>
          <a:p>
            <a:pPr>
              <a:defRPr sz="1100">
                <a:solidFill>
                  <a:srgbClr val="1A1A1A"/>
                </a:solidFill>
                <a:latin typeface="Consolas"/>
              </a:defRPr>
            </a:pPr>
            <a:r>
              <a:t>DVS-CIFAR10, T=10  tdBN          76.60  →  77.37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5074920"/>
            <a:ext cx="4572000" cy="128016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5669280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217920"/>
            <a:ext cx="107899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 (SG)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Spike S = H(x) is non-differentiable.  In backward pass, replace H' with a smooth f'(x).  The choice of x is what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tdBN, TET, PLIF, LTMD,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017520"/>
            <a:ext cx="5486400" cy="118872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10896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42900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Used by Meng 2023, DIET-SNN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How the gradient window looks against the membrane-potential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4617720"/>
            <a:ext cx="3931920" cy="1443363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 Once V_thr trains, AS-SG breaks one way, RS-SG breaks the opposite way.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893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6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806440"/>
            <a:ext cx="10789920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Holds Up — Stress Tests + Real Trajectories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Gradient-stability metrics at extreme thresholds  (CIFAR-100, T=4, ep 100)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0.1   (low)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AbsStr 0.0145  · 90% active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diverged (NaN)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0.0153  · 21% · CV 0.87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606040"/>
            <a:ext cx="2788920" cy="219456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6791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V_thr = 2.0   (high)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971800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E56945"/>
                </a:solidFill>
                <a:latin typeface="Consolas"/>
              </a:defRPr>
            </a:pPr>
            <a:r>
              <a:t>AS-SG    0%  active  (zero gradient)</a:t>
            </a:r>
          </a:p>
          <a:p>
            <a:pPr>
              <a:spcBef>
                <a:spcPts val="200"/>
              </a:spcBef>
              <a:defRPr sz="1000">
                <a:solidFill>
                  <a:srgbClr val="E56945"/>
                </a:solidFill>
                <a:latin typeface="Consolas"/>
              </a:defRPr>
            </a:pPr>
            <a:r>
              <a:t>RS-SG    0.10% active · CV 2.25</a:t>
            </a:r>
          </a:p>
          <a:p>
            <a:pPr>
              <a:spcBef>
                <a:spcPts val="200"/>
              </a:spcBef>
              <a:defRPr sz="1000">
                <a:solidFill>
                  <a:srgbClr val="1D7E7E"/>
                </a:solidFill>
                <a:latin typeface="Consolas"/>
              </a:defRPr>
            </a:pPr>
            <a:r>
              <a:t>TrSG     AbsStr 0.0323  · 7% · CV 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Real trainings actually visit these regions</a:t>
            </a:r>
          </a:p>
        </p:txBody>
      </p:sp>
      <p:pic>
        <p:nvPicPr>
          <p:cNvPr id="12" name="Picture 11" descr="threshold_training_image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606040"/>
            <a:ext cx="5120640" cy="21945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57200" y="502920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502920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166360"/>
            <a:ext cx="1078992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Across CIFAR-100, DVS-CIFAR10, and ImageNet, trainable V_thr drifts well below 1</a:t>
            </a:r>
            <a:br/>
            <a:r>
              <a:t>or above 2 in some layers — exactly the regimes where AS-SG and RS-SG fail.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263640"/>
            <a:ext cx="1078992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8521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 i="0">
                <a:solidFill>
                  <a:srgbClr val="FFFFF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TCS originates in the membrane potential. A per-layer running mean closes the gap to the stationary distribution. No overhead, standard inference.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Threshold-induced gradient pathology cancelled by a one-line forward-path fix. Window adapts, magnitude is invariant. Inference reverts to binary spikes.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834640"/>
            <a:ext cx="3657600" cy="1691640"/>
          </a:xfrm>
          <a:prstGeom prst="rect">
            <a:avLst/>
          </a:prstGeom>
          <a:solidFill>
            <a:srgbClr val="0F2540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017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2044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SOTA on CIFAR-10/100, ImageNet, DVS-CIFAR10. Generalizes to Transformer SNNs and event-based detection without modification.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  &amp;  FUTURE 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CBD8E0"/>
                </a:solidFill>
                <a:latin typeface="Calibri"/>
              </a:defRPr>
            </a:pPr>
            <a:r>
              <a:t>Per-layer constant approximates π only at the mean — richer parameterizations are open.</a:t>
            </a:r>
            <a:br/>
            <a:r>
              <a:t>Hardware with fixed neuron parameters needs quantization-aware adaptation.</a:t>
            </a:r>
            <a:br/>
            <a:r>
              <a:t>Beyond LIF: extending the principles to adaptive LIF, Izhikevich, and large foundation-scale SNNs.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