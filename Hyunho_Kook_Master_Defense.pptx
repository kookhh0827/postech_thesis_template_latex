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029200"/>
          <a:ext cx="65836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32004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Nature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benchmark); Davies et al. 2021 (LASSO 48× vs CPU);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Use pretrained ReLU CNN; map activations to spike rates.</a:t>
            </a:r>
            <a:br/>
            <a:r>
              <a:t>Early: T = 100–2000.  Modern (QCFS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0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