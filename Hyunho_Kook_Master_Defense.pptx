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4023360" cy="4206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4231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83463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61188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611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39319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70916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7091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0292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4617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Markov by construction;  i.i.d. inputs ⇒ time-homogeneous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7432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in Both Distribution and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846320"/>
          <a:ext cx="6583680" cy="141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292608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T=2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72.35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74.01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484632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53212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more stable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0292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Gradient: replace H'(x) with smooth f'(x).  Choice of x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5312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060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880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0040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744" y="1783080"/>
            <a:ext cx="3196206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589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760720"/>
            <a:ext cx="2157984" cy="68580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V_thr^l  ·  W_{l→l+1}    (one-time rescaling per layer)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RMP-Loss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gains stack additively (largest combined effect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8152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87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9320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under matched configuration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→ orders of magnitude better than</a:t>
            </a:r>
            <a:br/>
            <a:r>
              <a:t>spike-rate-multiplying baselines (cf. Pareto frontier on slide 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57784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23559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hybrid arch.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1794423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10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 ·</a:t>
            </a:r>
            <a:br/>
            <a:r>
              <a:t>Davies et al. 2021 (LASSO 48× vs CPU) ·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Pretrained ReLU CNN → spike rates.</a:t>
            </a:r>
            <a:br/>
            <a:r>
              <a:t>Early methods: T = 100–2000.</a:t>
            </a:r>
            <a:br/>
            <a:r>
              <a:t>Modern (QCFS '23, Hao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