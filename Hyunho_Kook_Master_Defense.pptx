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5312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benchmark); Davies et al. 2021 (LASSO 48× vs CPU);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