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03120"/>
            <a:ext cx="4023360" cy="40233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432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15467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93192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931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251959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502920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3492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12648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548640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5760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74920"/>
            <a:ext cx="1078992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612648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i.i.d. ⇒ Markov 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6126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4688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692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at Both the Distribution and the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09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74920"/>
            <a:ext cx="6400800" cy="128016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166359"/>
            <a:ext cx="6035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CIFAR-100, T=4   tdBN            75.55  →  76.09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                 TEBN            75.96  →  76.45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                 TAB             76.25  →  77.24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DVS-CIFAR10, T=10  tdBN          76.60  →  77.37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5074920"/>
            <a:ext cx="4572000" cy="128016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516636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5669280"/>
            <a:ext cx="4114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21792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stabler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Recap — Surrogate Gradient (SG)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Spike S = H(x) is non-differentiable.  In backward pass, replace H' with a smooth f'(x).  The choice of x is what differs below.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5486400" cy="118872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Used by tdBN, TET, PLIF, LTMD,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017520"/>
            <a:ext cx="5486400" cy="118872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310896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4290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886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Used by Meng 2023, DIET-SNN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06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How the gradient window looks against the membrane-potential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4480560"/>
            <a:ext cx="3566160" cy="1309097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603504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03504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Same when V_thr is fixed.  Once V_thr trains, AS-SG breaks one way, RS-SG the opposite.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602" y="1828800"/>
            <a:ext cx="295649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303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623560"/>
            <a:ext cx="2157984" cy="77724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893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  ·  W_{l→l+1}    (one-time rescaling)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377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Stable gradient across thresholds  ·  real trainings actually visit those regimes</a:t>
            </a:r>
          </a:p>
        </p:txBody>
      </p:sp>
      <p:pic>
        <p:nvPicPr>
          <p:cNvPr id="5" name="Picture 4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2194560"/>
            <a:ext cx="5943600" cy="23292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0060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TrSG wins at every V_thr — most dramatically at the extremes (74.0 vs 61.6 / div. at V_thr=0.1; 64.3 vs 18.1 / 5.4 at V_thr=2.0)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and RS-SG only work in a narrow band around V_thr=1.0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trainings DO visit V_thr ≪ 1 (early layers) and V_thr ≫ 1 (deep layers)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21792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26364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together they compound (especially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12648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at matched firing rate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— gains aren't from spiking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1500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71500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521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