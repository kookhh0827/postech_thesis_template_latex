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943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943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∂S/∂M ≈ f'(x)   ·   rectangular f' = 1 on | x | &lt; γ/2  (peak-normalized)   ·   γ = active window width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971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9184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