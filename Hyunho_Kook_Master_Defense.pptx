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12648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548640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7492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on slide 13.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612648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6126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09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74920"/>
            <a:ext cx="6400800" cy="12801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66359"/>
            <a:ext cx="6035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CIFAR-100, T=4   tdBN            75.55  →  76.09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TEBN            75.96  →  76.45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TAB             76.25  →  77.24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DVS-CIFAR10, T=10  tdBN          76.60  →  77.37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5074920"/>
            <a:ext cx="4572000" cy="128016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5669280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21792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stabler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 (SG)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Spike S = H(x) is non-differentiable.  In backward pass, replace H' with a smooth f'(x).  The choice of x is what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tdBN, TET, PLIF, LTMD,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Meng 2023, DIET-SNN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How the gradient window looks against the membrane-potential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4617720"/>
            <a:ext cx="3931920" cy="144336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 Once V_thr trains, AS-SG breaks one way, RS-SG breaks the opposite way.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893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Stable gradient across thresholds  ·  real trainings actually visit those regimes</a:t>
            </a:r>
          </a:p>
        </p:txBody>
      </p:sp>
      <p:pic>
        <p:nvPicPr>
          <p:cNvPr id="5" name="Picture 4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194560"/>
            <a:ext cx="5943600" cy="23292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006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TrSG wins at every V_thr — most dramatically at the extremes (74.0 vs 61.6 / div. at V_thr=0.1; 64.3 vs 18.1 / 5.4 at V_thr=2.0)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and RS-SG only work in a narrow band around V_thr=1.0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trainings DO visit V_thr ≪ 1 (early layers) and V_thr ≫ 1 (deep layers)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21792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TCS originates in the membrane potential. A per-layer running mean closes the gap to the stationary distribution. No overhead, standard inference.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Threshold-induced gradient pathology cancelled by a one-line forward-path fix. Window adapts, magnitude is invariant. Inference reverts to binary spikes.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SOTA on CIFAR-10/100, ImageNet, DVS-CIFAR10. Generalizes to Transformer SNNs and event-based detection without modification.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  &amp;  FUTURE 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206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CBD8E0"/>
                </a:solidFill>
                <a:latin typeface="Calibri"/>
              </a:defRPr>
            </a:pPr>
            <a:r>
              <a:t>Per-layer constant approximates π only at the mean — richer parameterizations are open.</a:t>
            </a:r>
            <a:br/>
            <a:r>
              <a:t>Hardware with fixed neuron parameters needs quantization-aware adaptation.</a:t>
            </a:r>
            <a:br/>
            <a:r>
              <a:t>Beyond LIF: extending the principles to adaptive LIF, Izhikevich, and large foundation-scale SNNs.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