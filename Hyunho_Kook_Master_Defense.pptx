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783080"/>
            <a:ext cx="4023360" cy="4206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4231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83463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61188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611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39319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70916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47091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02920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Surrogate Gradient — Training Through the Spike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Spikes are non-differentiable; smooth surrogates re-open backprop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5486400" cy="233172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0F2540"/>
                </a:solidFill>
                <a:latin typeface="Cambria Math"/>
              </a:defRPr>
            </a:pPr>
            <a:r>
              <a:t>Forward:   S = H( M − V_thr )  ∈  {0, 1}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E56945"/>
                </a:solidFill>
                <a:latin typeface="Cambria Math"/>
              </a:defRPr>
            </a:pPr>
            <a:r>
              <a:t>Backward:   ∂S / ∂M  =  δ( M − V_thr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Heaviside has zero gradient almost everywhere, with a delta</a:t>
            </a:r>
            <a:br/>
            <a:r>
              <a:t>spike exactly at threshold — gradient information cannot flow.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240280"/>
            <a:ext cx="5486400" cy="233172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The fix:  surrogate gradient  (SG)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Forward unchanged.   In backward, replace δ with smooth f'( x 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D7E7E"/>
                </a:solidFill>
                <a:latin typeface="Cambria Math"/>
              </a:defRPr>
            </a:pPr>
            <a:r>
              <a:t>∂S / ∂M  ≈  f'( x ),    | x | &lt; γ/2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f' is peak-normalized (max = 1), supported on a window of</a:t>
            </a:r>
            <a:br/>
            <a:r>
              <a:t>width γ around 0.   Forward stays binary; gradient flows.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Common shapes  ·  same window, different curve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66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▸  Rectangular   ▸  Triangular   ▸  Arctan   ▸  Sigmoid</a:t>
            </a:r>
            <a:br/>
            <a:br/>
            <a:r>
              <a:t>Shape matters less than scale — TrSG works across all four.</a:t>
            </a:r>
            <a:br/>
            <a:r>
              <a:t>γ controls the active window WIDTH; height is set by the chain rule.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4864" cy="14173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18503" y="4754880"/>
            <a:ext cx="5431536" cy="141732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4800600"/>
            <a:ext cx="50292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Two natural choices for x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x = M − V_thr  →  AS-SG  (Absolute scale)</a:t>
            </a:r>
            <a:br/>
            <a:r>
              <a:t>x = M / V_thr − 1  →  RS-SG  (Relative scale)</a:t>
            </a:r>
            <a:br/>
            <a:br/>
            <a:r>
              <a:t>Same SG curve, two ways to plug in V_thr → analyzed in Part II.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4617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Markov by construction;  i.i.d. inputs ⇒ time-homogeneous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7432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in Both Distribution and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846320"/>
          <a:ext cx="6583680" cy="1412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292608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T=2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72.35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74.01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484632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4983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53212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more stable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0292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peak-normalized SG (max f' = 1, window width γ).  γ controls width;  height comes from chain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5312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060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880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00400"/>
            <a:ext cx="6400800" cy="234966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744" y="1783080"/>
            <a:ext cx="3196206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589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760720"/>
            <a:ext cx="2157984" cy="68580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V_thr^l  ·  W_{l→l+1}    (one-time rescaling per layer)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03504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RMP-Loss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gains stack additively (largest combined effect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8152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87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9320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under matched configuration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→ orders of magnitude better than</a:t>
            </a:r>
            <a:br/>
            <a:r>
              <a:t>spike-rate-multiplying baselines (cf. Pareto frontier on slide 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57784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23559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metric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M syn. / 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hybrid arch.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328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10 mW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biological speed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INT8 AC ≈ 8× cheaper than INT8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1794423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~2–5×  vs GPU at iso-accuracy</a:t>
            </a:r>
            <a:br/>
            <a:r>
              <a:t>(per published SNN/CNN comparisons)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10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 ·</a:t>
            </a:r>
            <a:br/>
            <a:r>
              <a:t>Davies et al. 2021 (LASSO 48× vs CPU) ·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9.1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Pretrained ReLU CNN → spike rates.</a:t>
            </a:r>
            <a:br/>
            <a:r>
              <a:t>Early methods: T = 100–2000.</a:t>
            </a:r>
            <a:br/>
            <a:r>
              <a:t>Modern (QCFS '23, Hao '23): T ≤ 8.</a:t>
            </a:r>
            <a:br/>
            <a:r>
              <a:t>Still cannot consume native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Cao 2015 · Rueckauer 2017</a:t>
            </a:r>
            <a:br/>
            <a:r>
              <a:t>Bu 2023 (QCFS) · Hao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BN on synaptic input current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U[t] drift not corrected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 on activations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Pre-spike BN; U[t]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 on outputs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drift untouched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output normalization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