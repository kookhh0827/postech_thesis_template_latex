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103120"/>
            <a:ext cx="4023360" cy="40233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7432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15467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93192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931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4251959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502920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3492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66928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5760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107899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126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i.i.d. ⇒ Markov 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54679"/>
            <a:ext cx="61264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4688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at Both the Distribution and the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6634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029200"/>
          <a:ext cx="65836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</a:tblGrid>
              <a:tr h="32004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Setting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+ MP-Init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75.55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76.09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TEBN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75.96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76.45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TAB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76.25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77.24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DVS-CIFAR10  ·  T=10  ·  tdBN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76.60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77.37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0" y="5029200"/>
            <a:ext cx="4434840" cy="141732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516636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571500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2648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stabler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50292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79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Recap — Surrogate Gradient: replace H'(x) with smooth f'(x).  Choice of x differs below.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80360"/>
            <a:ext cx="4754880" cy="150876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E56945"/>
                </a:solidFill>
                <a:latin typeface="Calibri"/>
              </a:defRPr>
            </a:pPr>
            <a:r>
              <a:t>Window of FIXED width γ, centered at V_thr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526280"/>
            <a:ext cx="4754880" cy="150876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834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E0B85F"/>
                </a:solidFill>
                <a:latin typeface="Calibri"/>
              </a:defRPr>
            </a:pPr>
            <a:r>
              <a:t>Window SCALES with V_thr — but magnitude / V_thr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8803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Gradient-window vs membrane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3200400"/>
            <a:ext cx="6400800" cy="234966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598932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03504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Same when V_thr is fixed. Once V_thr trains, AS-SG and RS-SG break in opposite ways.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602" y="1828800"/>
            <a:ext cx="2956490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303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623560"/>
            <a:ext cx="2157984" cy="77724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10789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  ·  W_{l→l+1}    (one-time rescaling)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7150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Stable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stability metrics tell the same story across extreme V_thr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mean |gradient|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low → vanishing,   high → exploding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% neurons with active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low → starvation,   high → flooding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std / mean of |gradient|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high → unstable, hard-to-tune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Stress-test metrics at epoch 100 — CIFAR-100, ResNet-19, τ=2.0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0.1   (small threshold)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0.0145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90.20%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1.22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0.0153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21.45%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0.87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6199632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2.0   (large threshold)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199632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0.0021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0.10%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2.25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0.0323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6.90%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0.73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TrSG keeps all three metrics in the healthy range — at every threshold.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Robust Across All V_thr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Direct accuracy evidence  +  real trainings actually visit the extreme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Accuracy with V_thr frozen at varying values</a:t>
            </a:r>
          </a:p>
        </p:txBody>
      </p:sp>
      <p:pic>
        <p:nvPicPr>
          <p:cNvPr id="6" name="Picture 5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6126480" cy="24009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2920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CIFAR-100, ResNet-19, τ=2.0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Trainable V_thr trajectories — ImageNet</a:t>
            </a:r>
          </a:p>
        </p:txBody>
      </p:sp>
      <p:pic>
        <p:nvPicPr>
          <p:cNvPr id="9" name="Picture 8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502920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4937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ResNet-34 on ImageNet · 120 epochs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Frozen V_thr accuracy:  TrSG wins at every threshold; AS-SG/RS-SG fail outside V_thr ≈ 1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trainings drift V_thr ≪ 1 in early layers and ≫ 1 in deep layers — exactly the failure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08076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608076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12648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together they compound (especially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6324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69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3504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at matched firing rate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— gains aren't from spiking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71500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71500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760720"/>
            <a:ext cx="10789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