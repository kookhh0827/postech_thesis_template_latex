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M[t]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0.5055272109047113</c:v>
                </c:pt>
                <c:pt idx="1">
                  <c:v>0.8009448217009132</c:v>
                </c:pt>
                <c:pt idx="2">
                  <c:v>0.9333735816815659</c:v>
                </c:pt>
                <c:pt idx="3">
                  <c:v>0.9335603096102711</c:v>
                </c:pt>
                <c:pt idx="4">
                  <c:v>0.8479322513439331</c:v>
                </c:pt>
                <c:pt idx="5">
                  <c:v>0.7400191541202681</c:v>
                </c:pt>
                <c:pt idx="6">
                  <c:v>0.6722030004820925</c:v>
                </c:pt>
                <c:pt idx="7">
                  <c:v>0.6821931705070061</c:v>
                </c:pt>
                <c:pt idx="8">
                  <c:v>0.7681983228140468</c:v>
                </c:pt>
                <c:pt idx="9">
                  <c:v>0.891222486246872</c:v>
                </c:pt>
                <c:pt idx="10">
                  <c:v>0.994132272358061</c:v>
                </c:pt>
                <c:pt idx="11">
                  <c:v>1.0288909996900657</c:v>
                </c:pt>
                <c:pt idx="12">
                  <c:v>0.47933279513870186</c:v>
                </c:pt>
                <c:pt idx="13">
                  <c:v>0.6188565064128602</c:v>
                </c:pt>
                <c:pt idx="14">
                  <c:v>0.6244662832099713</c:v>
                </c:pt>
                <c:pt idx="15">
                  <c:v>0.614835925461071</c:v>
                </c:pt>
                <c:pt idx="16">
                  <c:v>0.6551508237009063</c:v>
                </c:pt>
                <c:pt idx="17">
                  <c:v>0.7567782927530953</c:v>
                </c:pt>
                <c:pt idx="18">
                  <c:v>0.8870853666511227</c:v>
                </c:pt>
                <c:pt idx="19">
                  <c:v>0.9923686027874201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Vthr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timestep 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= 1</c:v>
                </c:pt>
              </c:strCache>
            </c:strRef>
          </c:tx>
          <c:spPr>
            <a:solidFill>
              <a:srgbClr val="E76F51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Sheet1!$A$2:$A$62</c:f>
              <c:multiLvlStrCache>
                <c:ptCount val="61"/>
                <c:lvl>
                  <c:pt idx="0">
                    <c:v>-1.50</c:v>
                  </c:pt>
                  <c:pt idx="1">
                    <c:v>-1.45</c:v>
                  </c:pt>
                  <c:pt idx="2">
                    <c:v>-1.40</c:v>
                  </c:pt>
                  <c:pt idx="3">
                    <c:v>-1.35</c:v>
                  </c:pt>
                  <c:pt idx="4">
                    <c:v>-1.30</c:v>
                  </c:pt>
                  <c:pt idx="5">
                    <c:v>-1.25</c:v>
                  </c:pt>
                  <c:pt idx="6">
                    <c:v>-1.20</c:v>
                  </c:pt>
                  <c:pt idx="7">
                    <c:v>-1.15</c:v>
                  </c:pt>
                  <c:pt idx="8">
                    <c:v>-1.10</c:v>
                  </c:pt>
                  <c:pt idx="9">
                    <c:v>-1.05</c:v>
                  </c:pt>
                  <c:pt idx="10">
                    <c:v>-1.00</c:v>
                  </c:pt>
                  <c:pt idx="11">
                    <c:v>-0.95</c:v>
                  </c:pt>
                  <c:pt idx="12">
                    <c:v>-0.90</c:v>
                  </c:pt>
                  <c:pt idx="13">
                    <c:v>-0.85</c:v>
                  </c:pt>
                  <c:pt idx="14">
                    <c:v>-0.80</c:v>
                  </c:pt>
                  <c:pt idx="15">
                    <c:v>-0.75</c:v>
                  </c:pt>
                  <c:pt idx="16">
                    <c:v>-0.70</c:v>
                  </c:pt>
                  <c:pt idx="17">
                    <c:v>-0.65</c:v>
                  </c:pt>
                  <c:pt idx="18">
                    <c:v>-0.60</c:v>
                  </c:pt>
                  <c:pt idx="19">
                    <c:v>-0.55</c:v>
                  </c:pt>
                  <c:pt idx="20">
                    <c:v>-0.50</c:v>
                  </c:pt>
                  <c:pt idx="21">
                    <c:v>-0.45</c:v>
                  </c:pt>
                  <c:pt idx="22">
                    <c:v>-0.40</c:v>
                  </c:pt>
                  <c:pt idx="23">
                    <c:v>-0.35</c:v>
                  </c:pt>
                  <c:pt idx="24">
                    <c:v>-0.30</c:v>
                  </c:pt>
                  <c:pt idx="25">
                    <c:v>-0.25</c:v>
                  </c:pt>
                  <c:pt idx="26">
                    <c:v>-0.20</c:v>
                  </c:pt>
                  <c:pt idx="27">
                    <c:v>-0.15</c:v>
                  </c:pt>
                  <c:pt idx="28">
                    <c:v>-0.10</c:v>
                  </c:pt>
                  <c:pt idx="29">
                    <c:v>-0.05</c:v>
                  </c:pt>
                  <c:pt idx="30">
                    <c:v>0.00</c:v>
                  </c:pt>
                  <c:pt idx="31">
                    <c:v>0.05</c:v>
                  </c:pt>
                  <c:pt idx="32">
                    <c:v>0.10</c:v>
                  </c:pt>
                  <c:pt idx="33">
                    <c:v>0.15</c:v>
                  </c:pt>
                  <c:pt idx="34">
                    <c:v>0.20</c:v>
                  </c:pt>
                  <c:pt idx="35">
                    <c:v>0.25</c:v>
                  </c:pt>
                  <c:pt idx="36">
                    <c:v>0.30</c:v>
                  </c:pt>
                  <c:pt idx="37">
                    <c:v>0.35</c:v>
                  </c:pt>
                  <c:pt idx="38">
                    <c:v>0.40</c:v>
                  </c:pt>
                  <c:pt idx="39">
                    <c:v>0.45</c:v>
                  </c:pt>
                  <c:pt idx="40">
                    <c:v>0.50</c:v>
                  </c:pt>
                  <c:pt idx="41">
                    <c:v>0.55</c:v>
                  </c:pt>
                  <c:pt idx="42">
                    <c:v>0.60</c:v>
                  </c:pt>
                  <c:pt idx="43">
                    <c:v>0.65</c:v>
                  </c:pt>
                  <c:pt idx="44">
                    <c:v>0.70</c:v>
                  </c:pt>
                  <c:pt idx="45">
                    <c:v>0.75</c:v>
                  </c:pt>
                  <c:pt idx="46">
                    <c:v>0.80</c:v>
                  </c:pt>
                  <c:pt idx="47">
                    <c:v>0.85</c:v>
                  </c:pt>
                  <c:pt idx="48">
                    <c:v>0.90</c:v>
                  </c:pt>
                  <c:pt idx="49">
                    <c:v>0.95</c:v>
                  </c:pt>
                  <c:pt idx="50">
                    <c:v>1.00</c:v>
                  </c:pt>
                  <c:pt idx="51">
                    <c:v>1.05</c:v>
                  </c:pt>
                  <c:pt idx="52">
                    <c:v>1.10</c:v>
                  </c:pt>
                  <c:pt idx="53">
                    <c:v>1.15</c:v>
                  </c:pt>
                  <c:pt idx="54">
                    <c:v>1.20</c:v>
                  </c:pt>
                  <c:pt idx="55">
                    <c:v>1.25</c:v>
                  </c:pt>
                  <c:pt idx="56">
                    <c:v>1.30</c:v>
                  </c:pt>
                  <c:pt idx="57">
                    <c:v>1.35</c:v>
                  </c:pt>
                  <c:pt idx="58">
                    <c:v>1.40</c:v>
                  </c:pt>
                  <c:pt idx="59">
                    <c:v>1.45</c:v>
                  </c:pt>
                  <c:pt idx="60">
                    <c:v>1.50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7.911594145600383e-17</c:v>
                </c:pt>
                <c:pt idx="1">
                  <c:v>8.323969676981107e-16</c:v>
                </c:pt>
                <c:pt idx="2">
                  <c:v>8.107493363125075e-15</c:v>
                </c:pt>
                <c:pt idx="3">
                  <c:v>7.310251818545017e-14</c:v>
                </c:pt>
                <c:pt idx="4">
                  <c:v>6.101936677605282e-13</c:v>
                </c:pt>
                <c:pt idx="5">
                  <c:v>4.715119226236869e-12</c:v>
                </c:pt>
                <c:pt idx="6">
                  <c:v>3.3729296597439634e-11</c:v>
                </c:pt>
                <c:pt idx="7">
                  <c:v>2.2336314362031582e-10</c:v>
                </c:pt>
                <c:pt idx="8">
                  <c:v>1.3693213055240031e-9</c:v>
                </c:pt>
                <c:pt idx="9">
                  <c:v>7.771213507633571e-9</c:v>
                </c:pt>
                <c:pt idx="10">
                  <c:v>4.082836041142489e-8</c:v>
                </c:pt>
                <c:pt idx="11">
                  <c:v>1.9857504150120976e-7</c:v>
                </c:pt>
                <c:pt idx="12">
                  <c:v>8.940812915132622e-7</c:v>
                </c:pt>
                <c:pt idx="13">
                  <c:v>0.000003726653172078671</c:v>
                </c:pt>
                <c:pt idx="14">
                  <c:v>0.000014379724591796577</c:v>
                </c:pt>
                <c:pt idx="15">
                  <c:v>0.00005136553118975938</c:v>
                </c:pt>
                <c:pt idx="16">
                  <c:v>0.00016985667656141038</c:v>
                </c:pt>
                <c:pt idx="17">
                  <c:v>0.000519975743255854</c:v>
                </c:pt>
                <c:pt idx="18">
                  <c:v>0.0014735781379330226</c:v>
                </c:pt>
                <c:pt idx="19">
                  <c:v>0.0038659201394728006</c:v>
                </c:pt>
                <c:pt idx="20">
                  <c:v>0.009389062072410049</c:v>
                </c:pt>
                <c:pt idx="21">
                  <c:v>0.021109656453670987</c:v>
                </c:pt>
                <c:pt idx="22">
                  <c:v>0.04393693362340732</c:v>
                </c:pt>
                <c:pt idx="23">
                  <c:v>0.08465798862253013</c:v>
                </c:pt>
                <c:pt idx="24">
                  <c:v>0.1510065449955093</c:v>
                </c:pt>
                <c:pt idx="25">
                  <c:v>0.24935220877729616</c:v>
                </c:pt>
                <c:pt idx="26">
                  <c:v>0.3811713860529926</c:v>
                </c:pt>
                <c:pt idx="27">
                  <c:v>0.539407507237627</c:v>
                </c:pt>
                <c:pt idx="28">
                  <c:v>0.706648277857716</c:v>
                </c:pt>
                <c:pt idx="29">
                  <c:v>0.8569968914352788</c:v>
                </c:pt>
                <c:pt idx="30">
                  <c:v>0.962154491713458</c:v>
                </c:pt>
                <c:pt idx="31">
                  <c:v>1</c:v>
                </c:pt>
                <c:pt idx="32">
                  <c:v>0.9621544917134579</c:v>
                </c:pt>
                <c:pt idx="33">
                  <c:v>0.8569968914352786</c:v>
                </c:pt>
                <c:pt idx="34">
                  <c:v>0.7066482778577163</c:v>
                </c:pt>
                <c:pt idx="35">
                  <c:v>0.5394075072376265</c:v>
                </c:pt>
                <c:pt idx="36">
                  <c:v>0.38117138605299294</c:v>
                </c:pt>
                <c:pt idx="37">
                  <c:v>0.249352208777296</c:v>
                </c:pt>
                <c:pt idx="38">
                  <c:v>0.15100654499550917</c:v>
                </c:pt>
                <c:pt idx="39">
                  <c:v>0.08465798862252978</c:v>
                </c:pt>
                <c:pt idx="40">
                  <c:v>0.04393693362340742</c:v>
                </c:pt>
                <c:pt idx="41">
                  <c:v>0.02110965645367112</c:v>
                </c:pt>
                <c:pt idx="42">
                  <c:v>0.009389062072410116</c:v>
                </c:pt>
                <c:pt idx="43">
                  <c:v>0.003865920139472818</c:v>
                </c:pt>
                <c:pt idx="44">
                  <c:v>0.0014735781379330369</c:v>
                </c:pt>
                <c:pt idx="45">
                  <c:v>0.000519975743255855</c:v>
                </c:pt>
                <c:pt idx="46">
                  <c:v>0.00016985667656140978</c:v>
                </c:pt>
                <c:pt idx="47">
                  <c:v>0.00005136553118975938</c:v>
                </c:pt>
                <c:pt idx="48">
                  <c:v>0.000014379724591796526</c:v>
                </c:pt>
                <c:pt idx="49">
                  <c:v>0.000003726653172078651</c:v>
                </c:pt>
                <c:pt idx="50">
                  <c:v>8.940812915132622e-7</c:v>
                </c:pt>
                <c:pt idx="51">
                  <c:v>1.9857504150121082e-7</c:v>
                </c:pt>
                <c:pt idx="52">
                  <c:v>4.082836041142489e-8</c:v>
                </c:pt>
                <c:pt idx="53">
                  <c:v>7.771213507633599e-9</c:v>
                </c:pt>
                <c:pt idx="54">
                  <c:v>1.3693213055240031e-9</c:v>
                </c:pt>
                <c:pt idx="55">
                  <c:v>2.2336314362031582e-10</c:v>
                </c:pt>
                <c:pt idx="56">
                  <c:v>3.3729296597439873e-11</c:v>
                </c:pt>
                <c:pt idx="57">
                  <c:v>4.715119226236919e-12</c:v>
                </c:pt>
                <c:pt idx="58">
                  <c:v>6.101936677605367e-13</c:v>
                </c:pt>
                <c:pt idx="59">
                  <c:v>7.310251818545145e-14</c:v>
                </c:pt>
                <c:pt idx="60">
                  <c:v>8.107493363125075e-15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2</c:v>
                </c:pt>
              </c:strCache>
            </c:strRef>
          </c:tx>
          <c:spPr>
            <a:solidFill>
              <a:srgbClr val="E9C46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Sheet1!$A$2:$A$62</c:f>
              <c:multiLvlStrCache>
                <c:ptCount val="61"/>
                <c:lvl>
                  <c:pt idx="0">
                    <c:v>-1.50</c:v>
                  </c:pt>
                  <c:pt idx="1">
                    <c:v>-1.45</c:v>
                  </c:pt>
                  <c:pt idx="2">
                    <c:v>-1.40</c:v>
                  </c:pt>
                  <c:pt idx="3">
                    <c:v>-1.35</c:v>
                  </c:pt>
                  <c:pt idx="4">
                    <c:v>-1.30</c:v>
                  </c:pt>
                  <c:pt idx="5">
                    <c:v>-1.25</c:v>
                  </c:pt>
                  <c:pt idx="6">
                    <c:v>-1.20</c:v>
                  </c:pt>
                  <c:pt idx="7">
                    <c:v>-1.15</c:v>
                  </c:pt>
                  <c:pt idx="8">
                    <c:v>-1.10</c:v>
                  </c:pt>
                  <c:pt idx="9">
                    <c:v>-1.05</c:v>
                  </c:pt>
                  <c:pt idx="10">
                    <c:v>-1.00</c:v>
                  </c:pt>
                  <c:pt idx="11">
                    <c:v>-0.95</c:v>
                  </c:pt>
                  <c:pt idx="12">
                    <c:v>-0.90</c:v>
                  </c:pt>
                  <c:pt idx="13">
                    <c:v>-0.85</c:v>
                  </c:pt>
                  <c:pt idx="14">
                    <c:v>-0.80</c:v>
                  </c:pt>
                  <c:pt idx="15">
                    <c:v>-0.75</c:v>
                  </c:pt>
                  <c:pt idx="16">
                    <c:v>-0.70</c:v>
                  </c:pt>
                  <c:pt idx="17">
                    <c:v>-0.65</c:v>
                  </c:pt>
                  <c:pt idx="18">
                    <c:v>-0.60</c:v>
                  </c:pt>
                  <c:pt idx="19">
                    <c:v>-0.55</c:v>
                  </c:pt>
                  <c:pt idx="20">
                    <c:v>-0.50</c:v>
                  </c:pt>
                  <c:pt idx="21">
                    <c:v>-0.45</c:v>
                  </c:pt>
                  <c:pt idx="22">
                    <c:v>-0.40</c:v>
                  </c:pt>
                  <c:pt idx="23">
                    <c:v>-0.35</c:v>
                  </c:pt>
                  <c:pt idx="24">
                    <c:v>-0.30</c:v>
                  </c:pt>
                  <c:pt idx="25">
                    <c:v>-0.25</c:v>
                  </c:pt>
                  <c:pt idx="26">
                    <c:v>-0.20</c:v>
                  </c:pt>
                  <c:pt idx="27">
                    <c:v>-0.15</c:v>
                  </c:pt>
                  <c:pt idx="28">
                    <c:v>-0.10</c:v>
                  </c:pt>
                  <c:pt idx="29">
                    <c:v>-0.05</c:v>
                  </c:pt>
                  <c:pt idx="30">
                    <c:v>0.00</c:v>
                  </c:pt>
                  <c:pt idx="31">
                    <c:v>0.05</c:v>
                  </c:pt>
                  <c:pt idx="32">
                    <c:v>0.10</c:v>
                  </c:pt>
                  <c:pt idx="33">
                    <c:v>0.15</c:v>
                  </c:pt>
                  <c:pt idx="34">
                    <c:v>0.20</c:v>
                  </c:pt>
                  <c:pt idx="35">
                    <c:v>0.25</c:v>
                  </c:pt>
                  <c:pt idx="36">
                    <c:v>0.30</c:v>
                  </c:pt>
                  <c:pt idx="37">
                    <c:v>0.35</c:v>
                  </c:pt>
                  <c:pt idx="38">
                    <c:v>0.40</c:v>
                  </c:pt>
                  <c:pt idx="39">
                    <c:v>0.45</c:v>
                  </c:pt>
                  <c:pt idx="40">
                    <c:v>0.50</c:v>
                  </c:pt>
                  <c:pt idx="41">
                    <c:v>0.55</c:v>
                  </c:pt>
                  <c:pt idx="42">
                    <c:v>0.60</c:v>
                  </c:pt>
                  <c:pt idx="43">
                    <c:v>0.65</c:v>
                  </c:pt>
                  <c:pt idx="44">
                    <c:v>0.70</c:v>
                  </c:pt>
                  <c:pt idx="45">
                    <c:v>0.75</c:v>
                  </c:pt>
                  <c:pt idx="46">
                    <c:v>0.80</c:v>
                  </c:pt>
                  <c:pt idx="47">
                    <c:v>0.85</c:v>
                  </c:pt>
                  <c:pt idx="48">
                    <c:v>0.90</c:v>
                  </c:pt>
                  <c:pt idx="49">
                    <c:v>0.95</c:v>
                  </c:pt>
                  <c:pt idx="50">
                    <c:v>1.00</c:v>
                  </c:pt>
                  <c:pt idx="51">
                    <c:v>1.05</c:v>
                  </c:pt>
                  <c:pt idx="52">
                    <c:v>1.10</c:v>
                  </c:pt>
                  <c:pt idx="53">
                    <c:v>1.15</c:v>
                  </c:pt>
                  <c:pt idx="54">
                    <c:v>1.20</c:v>
                  </c:pt>
                  <c:pt idx="55">
                    <c:v>1.25</c:v>
                  </c:pt>
                  <c:pt idx="56">
                    <c:v>1.30</c:v>
                  </c:pt>
                  <c:pt idx="57">
                    <c:v>1.35</c:v>
                  </c:pt>
                  <c:pt idx="58">
                    <c:v>1.40</c:v>
                  </c:pt>
                  <c:pt idx="59">
                    <c:v>1.45</c:v>
                  </c:pt>
                  <c:pt idx="60">
                    <c:v>1.50</c:v>
                  </c:pt>
                </c:lvl>
              </c:multiLvlStrCache>
            </c:multiLvlStrRef>
          </c:cat>
          <c:val>
            <c:numRef>
              <c:f>Sheet1!$C$2:$C$62</c:f>
              <c:numCache>
                <c:formatCode>General</c:formatCode>
                <c:ptCount val="61"/>
                <c:pt idx="0">
                  <c:v>2.6995785033630146e-7</c:v>
                </c:pt>
                <c:pt idx="1">
                  <c:v>6.658361469857315e-7</c:v>
                </c:pt>
                <c:pt idx="2">
                  <c:v>0.0000015972578828343192</c:v>
                </c:pt>
                <c:pt idx="3">
                  <c:v>0.000003726653172078671</c:v>
                </c:pt>
                <c:pt idx="4">
                  <c:v>0.000008456665968701121</c:v>
                </c:pt>
                <c:pt idx="5">
                  <c:v>0.000018664469113520537</c:v>
                </c:pt>
                <c:pt idx="6">
                  <c:v>0.00004006529739295107</c:v>
                </c:pt>
                <c:pt idx="7">
                  <c:v>0.00008364834722972767</c:v>
                </c:pt>
                <c:pt idx="8">
                  <c:v>0.00016985667656141038</c:v>
                </c:pt>
                <c:pt idx="9">
                  <c:v>0.00033546262790251185</c:v>
                </c:pt>
                <c:pt idx="10">
                  <c:v>0.0006443798205686088</c:v>
                </c:pt>
                <c:pt idx="11">
                  <c:v>0.0012038599948282019</c:v>
                </c:pt>
                <c:pt idx="12">
                  <c:v>0.002187491118182889</c:v>
                </c:pt>
                <c:pt idx="13">
                  <c:v>0.003865920139472804</c:v>
                </c:pt>
                <c:pt idx="14">
                  <c:v>0.006645011282741393</c:v>
                </c:pt>
                <c:pt idx="15">
                  <c:v>0.011108996538242306</c:v>
                </c:pt>
                <c:pt idx="16">
                  <c:v>0.018063013419781275</c:v>
                </c:pt>
                <c:pt idx="17">
                  <c:v>0.028565500784550352</c:v>
                </c:pt>
                <c:pt idx="18">
                  <c:v>0.04393693362340736</c:v>
                </c:pt>
                <c:pt idx="19">
                  <c:v>0.06572852861653045</c:v>
                </c:pt>
                <c:pt idx="20">
                  <c:v>0.09563444483253856</c:v>
                </c:pt>
                <c:pt idx="21">
                  <c:v>0.13533528323661245</c:v>
                </c:pt>
                <c:pt idx="22">
                  <c:v>0.18627046369770067</c:v>
                </c:pt>
                <c:pt idx="23">
                  <c:v>0.24935220877729639</c:v>
                </c:pt>
                <c:pt idx="24">
                  <c:v>0.32465246735834996</c:v>
                </c:pt>
                <c:pt idx="25">
                  <c:v>0.41111229050718734</c:v>
                </c:pt>
                <c:pt idx="26">
                  <c:v>0.5063356166481006</c:v>
                </c:pt>
                <c:pt idx="27">
                  <c:v>0.6065306597126335</c:v>
                </c:pt>
                <c:pt idx="28">
                  <c:v>0.706648277857716</c:v>
                </c:pt>
                <c:pt idx="29">
                  <c:v>0.800737402916808</c:v>
                </c:pt>
                <c:pt idx="30">
                  <c:v>0.8824969025845955</c:v>
                </c:pt>
                <c:pt idx="31">
                  <c:v>0.9459594689067657</c:v>
                </c:pt>
                <c:pt idx="32">
                  <c:v>0.9862071167439163</c:v>
                </c:pt>
                <c:pt idx="33">
                  <c:v>1</c:v>
                </c:pt>
                <c:pt idx="34">
                  <c:v>0.9862071167439163</c:v>
                </c:pt>
                <c:pt idx="35">
                  <c:v>0.9459594689067654</c:v>
                </c:pt>
                <c:pt idx="36">
                  <c:v>0.8824969025845957</c:v>
                </c:pt>
                <c:pt idx="37">
                  <c:v>0.8007374029168078</c:v>
                </c:pt>
                <c:pt idx="38">
                  <c:v>0.7066482778577164</c:v>
                </c:pt>
                <c:pt idx="39">
                  <c:v>0.606530659712633</c:v>
                </c:pt>
                <c:pt idx="40">
                  <c:v>0.5063356166481006</c:v>
                </c:pt>
                <c:pt idx="41">
                  <c:v>0.4111122905071877</c:v>
                </c:pt>
                <c:pt idx="42">
                  <c:v>0.32465246735835024</c:v>
                </c:pt>
                <c:pt idx="43">
                  <c:v>0.24935220877729639</c:v>
                </c:pt>
                <c:pt idx="44">
                  <c:v>0.18627046369770123</c:v>
                </c:pt>
                <c:pt idx="45">
                  <c:v>0.1353352832366127</c:v>
                </c:pt>
                <c:pt idx="46">
                  <c:v>0.09563444483253848</c:v>
                </c:pt>
                <c:pt idx="47">
                  <c:v>0.06572852861653045</c:v>
                </c:pt>
                <c:pt idx="48">
                  <c:v>0.04393693362340726</c:v>
                </c:pt>
                <c:pt idx="49">
                  <c:v>0.028565500784550314</c:v>
                </c:pt>
                <c:pt idx="50">
                  <c:v>0.018063013419781275</c:v>
                </c:pt>
                <c:pt idx="51">
                  <c:v>0.011108996538242316</c:v>
                </c:pt>
                <c:pt idx="52">
                  <c:v>0.006645011282741393</c:v>
                </c:pt>
                <c:pt idx="53">
                  <c:v>0.003865920139472811</c:v>
                </c:pt>
                <c:pt idx="54">
                  <c:v>0.0021874911181828773</c:v>
                </c:pt>
                <c:pt idx="55">
                  <c:v>0.0012038599948282019</c:v>
                </c:pt>
                <c:pt idx="56">
                  <c:v>0.0006443798205686088</c:v>
                </c:pt>
                <c:pt idx="57">
                  <c:v>0.00033546262790251305</c:v>
                </c:pt>
                <c:pt idx="58">
                  <c:v>0.00016985667656141038</c:v>
                </c:pt>
                <c:pt idx="59">
                  <c:v>0.00008364834722972767</c:v>
                </c:pt>
                <c:pt idx="60">
                  <c:v>0.000040065297392950926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4</c:v>
                </c:pt>
              </c:strCache>
            </c:strRef>
          </c:tx>
          <c:spPr>
            <a:solidFill>
              <a:srgbClr val="0E7C7B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Sheet1!$A$2:$A$62</c:f>
              <c:multiLvlStrCache>
                <c:ptCount val="61"/>
                <c:lvl>
                  <c:pt idx="0">
                    <c:v>-1.50</c:v>
                  </c:pt>
                  <c:pt idx="1">
                    <c:v>-1.45</c:v>
                  </c:pt>
                  <c:pt idx="2">
                    <c:v>-1.40</c:v>
                  </c:pt>
                  <c:pt idx="3">
                    <c:v>-1.35</c:v>
                  </c:pt>
                  <c:pt idx="4">
                    <c:v>-1.30</c:v>
                  </c:pt>
                  <c:pt idx="5">
                    <c:v>-1.25</c:v>
                  </c:pt>
                  <c:pt idx="6">
                    <c:v>-1.20</c:v>
                  </c:pt>
                  <c:pt idx="7">
                    <c:v>-1.15</c:v>
                  </c:pt>
                  <c:pt idx="8">
                    <c:v>-1.10</c:v>
                  </c:pt>
                  <c:pt idx="9">
                    <c:v>-1.05</c:v>
                  </c:pt>
                  <c:pt idx="10">
                    <c:v>-1.00</c:v>
                  </c:pt>
                  <c:pt idx="11">
                    <c:v>-0.95</c:v>
                  </c:pt>
                  <c:pt idx="12">
                    <c:v>-0.90</c:v>
                  </c:pt>
                  <c:pt idx="13">
                    <c:v>-0.85</c:v>
                  </c:pt>
                  <c:pt idx="14">
                    <c:v>-0.80</c:v>
                  </c:pt>
                  <c:pt idx="15">
                    <c:v>-0.75</c:v>
                  </c:pt>
                  <c:pt idx="16">
                    <c:v>-0.70</c:v>
                  </c:pt>
                  <c:pt idx="17">
                    <c:v>-0.65</c:v>
                  </c:pt>
                  <c:pt idx="18">
                    <c:v>-0.60</c:v>
                  </c:pt>
                  <c:pt idx="19">
                    <c:v>-0.55</c:v>
                  </c:pt>
                  <c:pt idx="20">
                    <c:v>-0.50</c:v>
                  </c:pt>
                  <c:pt idx="21">
                    <c:v>-0.45</c:v>
                  </c:pt>
                  <c:pt idx="22">
                    <c:v>-0.40</c:v>
                  </c:pt>
                  <c:pt idx="23">
                    <c:v>-0.35</c:v>
                  </c:pt>
                  <c:pt idx="24">
                    <c:v>-0.30</c:v>
                  </c:pt>
                  <c:pt idx="25">
                    <c:v>-0.25</c:v>
                  </c:pt>
                  <c:pt idx="26">
                    <c:v>-0.20</c:v>
                  </c:pt>
                  <c:pt idx="27">
                    <c:v>-0.15</c:v>
                  </c:pt>
                  <c:pt idx="28">
                    <c:v>-0.10</c:v>
                  </c:pt>
                  <c:pt idx="29">
                    <c:v>-0.05</c:v>
                  </c:pt>
                  <c:pt idx="30">
                    <c:v>0.00</c:v>
                  </c:pt>
                  <c:pt idx="31">
                    <c:v>0.05</c:v>
                  </c:pt>
                  <c:pt idx="32">
                    <c:v>0.10</c:v>
                  </c:pt>
                  <c:pt idx="33">
                    <c:v>0.15</c:v>
                  </c:pt>
                  <c:pt idx="34">
                    <c:v>0.20</c:v>
                  </c:pt>
                  <c:pt idx="35">
                    <c:v>0.25</c:v>
                  </c:pt>
                  <c:pt idx="36">
                    <c:v>0.30</c:v>
                  </c:pt>
                  <c:pt idx="37">
                    <c:v>0.35</c:v>
                  </c:pt>
                  <c:pt idx="38">
                    <c:v>0.40</c:v>
                  </c:pt>
                  <c:pt idx="39">
                    <c:v>0.45</c:v>
                  </c:pt>
                  <c:pt idx="40">
                    <c:v>0.50</c:v>
                  </c:pt>
                  <c:pt idx="41">
                    <c:v>0.55</c:v>
                  </c:pt>
                  <c:pt idx="42">
                    <c:v>0.60</c:v>
                  </c:pt>
                  <c:pt idx="43">
                    <c:v>0.65</c:v>
                  </c:pt>
                  <c:pt idx="44">
                    <c:v>0.70</c:v>
                  </c:pt>
                  <c:pt idx="45">
                    <c:v>0.75</c:v>
                  </c:pt>
                  <c:pt idx="46">
                    <c:v>0.80</c:v>
                  </c:pt>
                  <c:pt idx="47">
                    <c:v>0.85</c:v>
                  </c:pt>
                  <c:pt idx="48">
                    <c:v>0.90</c:v>
                  </c:pt>
                  <c:pt idx="49">
                    <c:v>0.95</c:v>
                  </c:pt>
                  <c:pt idx="50">
                    <c:v>1.00</c:v>
                  </c:pt>
                  <c:pt idx="51">
                    <c:v>1.05</c:v>
                  </c:pt>
                  <c:pt idx="52">
                    <c:v>1.10</c:v>
                  </c:pt>
                  <c:pt idx="53">
                    <c:v>1.15</c:v>
                  </c:pt>
                  <c:pt idx="54">
                    <c:v>1.20</c:v>
                  </c:pt>
                  <c:pt idx="55">
                    <c:v>1.25</c:v>
                  </c:pt>
                  <c:pt idx="56">
                    <c:v>1.30</c:v>
                  </c:pt>
                  <c:pt idx="57">
                    <c:v>1.35</c:v>
                  </c:pt>
                  <c:pt idx="58">
                    <c:v>1.40</c:v>
                  </c:pt>
                  <c:pt idx="59">
                    <c:v>1.45</c:v>
                  </c:pt>
                  <c:pt idx="60">
                    <c:v>1.50</c:v>
                  </c:pt>
                </c:lvl>
              </c:multiLvlStrCache>
            </c:multiLvlStrRef>
          </c:cat>
          <c:val>
            <c:numRef>
              <c:f>Sheet1!$D$2:$D$62</c:f>
              <c:numCache>
                <c:formatCode>General</c:formatCode>
                <c:ptCount val="61"/>
                <c:pt idx="0">
                  <c:v>0.00033546262790251185</c:v>
                </c:pt>
                <c:pt idx="1">
                  <c:v>0.000519975743255855</c:v>
                </c:pt>
                <c:pt idx="2">
                  <c:v>0.0007960866914957304</c:v>
                </c:pt>
                <c:pt idx="3">
                  <c:v>0.0012038599948282019</c:v>
                </c:pt>
                <c:pt idx="4">
                  <c:v>0.0017981666618475814</c:v>
                </c:pt>
                <c:pt idx="5">
                  <c:v>0.002652908309644927</c:v>
                </c:pt>
                <c:pt idx="6">
                  <c:v>0.003865920139472811</c:v>
                </c:pt>
                <c:pt idx="7">
                  <c:v>0.00556444502779388</c:v>
                </c:pt>
                <c:pt idx="8">
                  <c:v>0.007910959733930247</c:v>
                </c:pt>
                <c:pt idx="9">
                  <c:v>0.011108996538242306</c:v>
                </c:pt>
                <c:pt idx="10">
                  <c:v>0.015408445571188785</c:v>
                </c:pt>
                <c:pt idx="11">
                  <c:v>0.021109656453671063</c:v>
                </c:pt>
                <c:pt idx="12">
                  <c:v>0.028565500784550377</c:v>
                </c:pt>
                <c:pt idx="13">
                  <c:v>0.03818043380053579</c:v>
                </c:pt>
                <c:pt idx="14">
                  <c:v>0.05040553336275363</c:v>
                </c:pt>
                <c:pt idx="15">
                  <c:v>0.06572852861653045</c:v>
                </c:pt>
                <c:pt idx="16">
                  <c:v>0.08465798862252993</c:v>
                </c:pt>
                <c:pt idx="17">
                  <c:v>0.10770114519003211</c:v>
                </c:pt>
                <c:pt idx="18">
                  <c:v>0.13533528323661256</c:v>
                </c:pt>
                <c:pt idx="19">
                  <c:v>0.16797323675753356</c:v>
                </c:pt>
                <c:pt idx="20">
                  <c:v>0.2059242464341987</c:v>
                </c:pt>
                <c:pt idx="21">
                  <c:v>0.249352208777296</c:v>
                </c:pt>
                <c:pt idx="22">
                  <c:v>0.29823409618142144</c:v>
                </c:pt>
                <c:pt idx="23">
                  <c:v>0.352321954995497</c:v>
                </c:pt>
                <c:pt idx="24">
                  <c:v>0.41111229050718756</c:v>
                </c:pt>
                <c:pt idx="25">
                  <c:v>0.473826726395364</c:v>
                </c:pt>
                <c:pt idx="26">
                  <c:v>0.5394075072376268</c:v>
                </c:pt>
                <c:pt idx="27">
                  <c:v>0.6065306597126335</c:v>
                </c:pt>
                <c:pt idx="28">
                  <c:v>0.6736384553447265</c:v>
                </c:pt>
                <c:pt idx="29">
                  <c:v>0.7389912962803088</c:v>
                </c:pt>
                <c:pt idx="30">
                  <c:v>0.8007374029168081</c:v>
                </c:pt>
                <c:pt idx="31">
                  <c:v>0.8569968914352792</c:v>
                </c:pt>
                <c:pt idx="32">
                  <c:v>0.9059551911095097</c:v>
                </c:pt>
                <c:pt idx="33">
                  <c:v>0.9459594689067655</c:v>
                </c:pt>
                <c:pt idx="34">
                  <c:v>0.9756109800648459</c:v>
                </c:pt>
                <c:pt idx="35">
                  <c:v>0.9938461733264412</c:v>
                </c:pt>
                <c:pt idx="36">
                  <c:v>1</c:v>
                </c:pt>
                <c:pt idx="37">
                  <c:v>0.9938461733264411</c:v>
                </c:pt>
                <c:pt idx="38">
                  <c:v>0.975610980064846</c:v>
                </c:pt>
                <c:pt idx="39">
                  <c:v>0.9459594689067653</c:v>
                </c:pt>
                <c:pt idx="40">
                  <c:v>0.9059551911095096</c:v>
                </c:pt>
                <c:pt idx="41">
                  <c:v>0.8569968914352791</c:v>
                </c:pt>
                <c:pt idx="42">
                  <c:v>0.8007374029168085</c:v>
                </c:pt>
                <c:pt idx="43">
                  <c:v>0.7389912962803089</c:v>
                </c:pt>
                <c:pt idx="44">
                  <c:v>0.673638455344727</c:v>
                </c:pt>
                <c:pt idx="45">
                  <c:v>0.6065306597126334</c:v>
                </c:pt>
                <c:pt idx="46">
                  <c:v>0.5394075072376263</c:v>
                </c:pt>
                <c:pt idx="47">
                  <c:v>0.473826726395364</c:v>
                </c:pt>
                <c:pt idx="48">
                  <c:v>0.4111122905071871</c:v>
                </c:pt>
                <c:pt idx="49">
                  <c:v>0.3523219549954969</c:v>
                </c:pt>
                <c:pt idx="50">
                  <c:v>0.29823409618142166</c:v>
                </c:pt>
                <c:pt idx="51">
                  <c:v>0.24935220877729644</c:v>
                </c:pt>
                <c:pt idx="52">
                  <c:v>0.2059242464341987</c:v>
                </c:pt>
                <c:pt idx="53">
                  <c:v>0.1679732367575337</c:v>
                </c:pt>
                <c:pt idx="54">
                  <c:v>0.13533528323661256</c:v>
                </c:pt>
                <c:pt idx="55">
                  <c:v>0.10770114519003211</c:v>
                </c:pt>
                <c:pt idx="56">
                  <c:v>0.08465798862253002</c:v>
                </c:pt>
                <c:pt idx="57">
                  <c:v>0.0657285286165306</c:v>
                </c:pt>
                <c:pt idx="58">
                  <c:v>0.05040553336275368</c:v>
                </c:pt>
                <c:pt idx="59">
                  <c:v>0.038180433800535825</c:v>
                </c:pt>
                <c:pt idx="60">
                  <c:v>0.028565500784550377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t=1</c:v>
                </c:pt>
              </c:strCache>
            </c:strRef>
          </c:tx>
          <c:spPr>
            <a:solidFill>
              <a:srgbClr val="E76F51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6.615601637697725e-8</c:v>
                </c:pt>
                <c:pt idx="1">
                  <c:v>4.6557157157831194e-7</c:v>
                </c:pt>
                <c:pt idx="2">
                  <c:v>0.0000028986947746329426</c:v>
                </c:pt>
                <c:pt idx="3">
                  <c:v>0.000015966783897804717</c:v>
                </c:pt>
                <c:pt idx="4">
                  <c:v>0.00007780926861553777</c:v>
                </c:pt>
                <c:pt idx="5">
                  <c:v>0.00033546262790251245</c:v>
                </c:pt>
                <c:pt idx="6">
                  <c:v>0.0012795459378999216</c:v>
                </c:pt>
                <c:pt idx="7">
                  <c:v>0.0043178400076330815</c:v>
                </c:pt>
                <c:pt idx="8">
                  <c:v>0.012890689144001481</c:v>
                </c:pt>
                <c:pt idx="9">
                  <c:v>0.03404745473459933</c:v>
                </c:pt>
                <c:pt idx="10">
                  <c:v>0.07955950871822776</c:v>
                </c:pt>
                <c:pt idx="11">
                  <c:v>0.1644744565771549</c:v>
                </c:pt>
                <c:pt idx="12">
                  <c:v>0.30081795435727543</c:v>
                </c:pt>
                <c:pt idx="13">
                  <c:v>0.48675225595997185</c:v>
                </c:pt>
                <c:pt idx="14">
                  <c:v>0.6968047754960351</c:v>
                </c:pt>
                <c:pt idx="15">
                  <c:v>0.8824969025845956</c:v>
                </c:pt>
                <c:pt idx="16">
                  <c:v>0.9888130446112331</c:v>
                </c:pt>
                <c:pt idx="17">
                  <c:v>0.9801986733067551</c:v>
                </c:pt>
                <c:pt idx="18">
                  <c:v>0.8596327636025423</c:v>
                </c:pt>
                <c:pt idx="19">
                  <c:v>0.6669768108584742</c:v>
                </c:pt>
                <c:pt idx="20">
                  <c:v>0.457833361771614</c:v>
                </c:pt>
                <c:pt idx="21">
                  <c:v>0.2780373004531943</c:v>
                </c:pt>
                <c:pt idx="22">
                  <c:v>0.14938177525041804</c:v>
                </c:pt>
                <c:pt idx="23">
                  <c:v>0.07100535373963694</c:v>
                </c:pt>
                <c:pt idx="24">
                  <c:v>0.029859566641115574</c:v>
                </c:pt>
                <c:pt idx="25">
                  <c:v>0.011108996538242316</c:v>
                </c:pt>
                <c:pt idx="26">
                  <c:v>0.003656495880052896</c:v>
                </c:pt>
                <c:pt idx="27">
                  <c:v>0.0010647662366679196</c:v>
                </c:pt>
                <c:pt idx="28">
                  <c:v>0.0002743104674934002</c:v>
                </c:pt>
                <c:pt idx="29">
                  <c:v>0.0000625215037748206</c:v>
                </c:pt>
                <c:pt idx="30">
                  <c:v>0.000012607105177048523</c:v>
                </c:pt>
                <c:pt idx="31">
                  <c:v>0.0000022490559670323467</c:v>
                </c:pt>
                <c:pt idx="32">
                  <c:v>3.5496380869713013e-7</c:v>
                </c:pt>
                <c:pt idx="33">
                  <c:v>4.95640531917248e-8</c:v>
                </c:pt>
                <c:pt idx="34">
                  <c:v>6.122777521472869e-9</c:v>
                </c:pt>
                <c:pt idx="35">
                  <c:v>6.69158609129283e-10</c:v>
                </c:pt>
                <c:pt idx="36">
                  <c:v>6.470064146626322e-11</c:v>
                </c:pt>
                <c:pt idx="37">
                  <c:v>5.534610071701053e-12</c:v>
                </c:pt>
                <c:pt idx="38">
                  <c:v>4.188556688844662e-13</c:v>
                </c:pt>
                <c:pt idx="39">
                  <c:v>2.8044047382227872e-14</c:v>
                </c:pt>
                <c:pt idx="40">
                  <c:v>1.6611770126997193e-15</c:v>
                </c:pt>
                <c:pt idx="41">
                  <c:v>8.705426622296374e-17</c:v>
                </c:pt>
                <c:pt idx="42">
                  <c:v>4.03611127971037e-18</c:v>
                </c:pt>
                <c:pt idx="43">
                  <c:v>1.6555226620987862e-19</c:v>
                </c:pt>
                <c:pt idx="44">
                  <c:v>6.0076697998602976e-21</c:v>
                </c:pt>
                <c:pt idx="45">
                  <c:v>1.9287498479639178e-22</c:v>
                </c:pt>
                <c:pt idx="46">
                  <c:v>5.478285745499037e-24</c:v>
                </c:pt>
                <c:pt idx="47">
                  <c:v>1.3766146386619325e-25</c:v>
                </c:pt>
                <c:pt idx="48">
                  <c:v>3.060405767218095e-27</c:v>
                </c:pt>
                <c:pt idx="49">
                  <c:v>6.019280276816571e-29</c:v>
                </c:pt>
                <c:pt idx="50">
                  <c:v>1.0473915024344058e-30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t=2</c:v>
                </c:pt>
              </c:strCache>
            </c:strRef>
          </c:tx>
          <c:spPr>
            <a:solidFill>
              <a:srgbClr val="E9C46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0.0000015972578828343135</c:v>
                </c:pt>
                <c:pt idx="1">
                  <c:v>0.000005189418606715275</c:v>
                </c:pt>
                <c:pt idx="2">
                  <c:v>0.000015966783897804662</c:v>
                </c:pt>
                <c:pt idx="3">
                  <c:v>0.0000465233809526075</c:v>
                </c:pt>
                <c:pt idx="4">
                  <c:v>0.00012837491452281785</c:v>
                </c:pt>
                <c:pt idx="5">
                  <c:v>0.00033546262790251185</c:v>
                </c:pt>
                <c:pt idx="6">
                  <c:v>0.0008301626696148566</c:v>
                </c:pt>
                <c:pt idx="7">
                  <c:v>0.0019455273214659253</c:v>
                </c:pt>
                <c:pt idx="8">
                  <c:v>0.004317840007633075</c:v>
                </c:pt>
                <c:pt idx="9">
                  <c:v>0.009075087815651552</c:v>
                </c:pt>
                <c:pt idx="10">
                  <c:v>0.018063013419781275</c:v>
                </c:pt>
                <c:pt idx="11">
                  <c:v>0.03404745473459933</c:v>
                </c:pt>
                <c:pt idx="12">
                  <c:v>0.06077628863962411</c:v>
                </c:pt>
                <c:pt idx="13">
                  <c:v>0.10273981490249434</c:v>
                </c:pt>
                <c:pt idx="14">
                  <c:v>0.1644744565771549</c:v>
                </c:pt>
                <c:pt idx="15">
                  <c:v>0.24935220877729616</c:v>
                </c:pt>
                <c:pt idx="16">
                  <c:v>0.35800002518859986</c:v>
                </c:pt>
                <c:pt idx="17">
                  <c:v>0.48675225595997185</c:v>
                </c:pt>
                <c:pt idx="18">
                  <c:v>0.626740799202993</c:v>
                </c:pt>
                <c:pt idx="19">
                  <c:v>0.7642281651714905</c:v>
                </c:pt>
                <c:pt idx="20">
                  <c:v>0.8824969025845956</c:v>
                </c:pt>
                <c:pt idx="21">
                  <c:v>0.9650691177896803</c:v>
                </c:pt>
                <c:pt idx="22">
                  <c:v>0.9994445987368581</c:v>
                </c:pt>
                <c:pt idx="23">
                  <c:v>0.9801986733067553</c:v>
                </c:pt>
                <c:pt idx="24">
                  <c:v>0.9103839103891425</c:v>
                </c:pt>
                <c:pt idx="25">
                  <c:v>0.8007374029168082</c:v>
                </c:pt>
                <c:pt idx="26">
                  <c:v>0.6669768108584743</c:v>
                </c:pt>
                <c:pt idx="27">
                  <c:v>0.5261219640934562</c:v>
                </c:pt>
                <c:pt idx="28">
                  <c:v>0.3930223144755087</c:v>
                </c:pt>
                <c:pt idx="29">
                  <c:v>0.27803730045319447</c:v>
                </c:pt>
                <c:pt idx="30">
                  <c:v>0.18627046369770084</c:v>
                </c:pt>
                <c:pt idx="31">
                  <c:v>0.11817891718178061</c:v>
                </c:pt>
                <c:pt idx="32">
                  <c:v>0.07100535373963685</c:v>
                </c:pt>
                <c:pt idx="33">
                  <c:v>0.040401478874163205</c:v>
                </c:pt>
                <c:pt idx="34">
                  <c:v>0.021770003951548277</c:v>
                </c:pt>
                <c:pt idx="35">
                  <c:v>0.011108996538242336</c:v>
                </c:pt>
                <c:pt idx="36">
                  <c:v>0.0053684168794486</c:v>
                </c:pt>
                <c:pt idx="37">
                  <c:v>0.0024568164604892896</c:v>
                </c:pt>
                <c:pt idx="38">
                  <c:v>0.0010647662366679177</c:v>
                </c:pt>
                <c:pt idx="39">
                  <c:v>0.0004370095298997477</c:v>
                </c:pt>
                <c:pt idx="40">
                  <c:v>0.00016985667656140978</c:v>
                </c:pt>
                <c:pt idx="41">
                  <c:v>0.0000625215037748206</c:v>
                </c:pt>
                <c:pt idx="42">
                  <c:v>0.000021793715950203073</c:v>
                </c:pt>
                <c:pt idx="43">
                  <c:v>0.00000719429489147509</c:v>
                </c:pt>
                <c:pt idx="44">
                  <c:v>0.0000022490559670323387</c:v>
                </c:pt>
                <c:pt idx="45">
                  <c:v>6.658361469857315e-7</c:v>
                </c:pt>
                <c:pt idx="46">
                  <c:v>1.866764581494615e-7</c:v>
                </c:pt>
                <c:pt idx="47">
                  <c:v>4.956405319172498e-8</c:v>
                </c:pt>
                <c:pt idx="48">
                  <c:v>1.2462327347003368e-8</c:v>
                </c:pt>
                <c:pt idx="49">
                  <c:v>2.9674716127019104e-9</c:v>
                </c:pt>
                <c:pt idx="50">
                  <c:v>6.691586091292783e-10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t=4</c:v>
                </c:pt>
              </c:strCache>
            </c:strRef>
          </c:tx>
          <c:spPr>
            <a:solidFill>
              <a:srgbClr val="0E7C7B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>0.00005136553118975938</c:v>
                </c:pt>
                <c:pt idx="1">
                  <c:v>0.00010131420285972484</c:v>
                </c:pt>
                <c:pt idx="2">
                  <c:v>0.00019505631968129788</c:v>
                </c:pt>
                <c:pt idx="3">
                  <c:v>0.0003665564497251403</c:v>
                </c:pt>
                <c:pt idx="4">
                  <c:v>0.0006723770032408703</c:v>
                </c:pt>
                <c:pt idx="5">
                  <c:v>0.001203859994828204</c:v>
                </c:pt>
                <c:pt idx="6">
                  <c:v>0.0021039250291307416</c:v>
                </c:pt>
                <c:pt idx="7">
                  <c:v>0.0035890183886718788</c:v>
                </c:pt>
                <c:pt idx="8">
                  <c:v>0.005976022895005948</c:v>
                </c:pt>
                <c:pt idx="9">
                  <c:v>0.009712699842901646</c:v>
                </c:pt>
                <c:pt idx="10">
                  <c:v>0.0154084455711888</c:v>
                </c:pt>
                <c:pt idx="11">
                  <c:v>0.023859911879380247</c:v>
                </c:pt>
                <c:pt idx="12">
                  <c:v>0.03606367561740235</c:v>
                </c:pt>
                <c:pt idx="13">
                  <c:v>0.05320620538223257</c:v>
                </c:pt>
                <c:pt idx="14">
                  <c:v>0.07662063218049353</c:v>
                </c:pt>
                <c:pt idx="15">
                  <c:v>0.10770114519003211</c:v>
                </c:pt>
                <c:pt idx="16">
                  <c:v>0.1477699265043178</c:v>
                </c:pt>
                <c:pt idx="17">
                  <c:v>0.19789869908361485</c:v>
                </c:pt>
                <c:pt idx="18">
                  <c:v>0.258696746701885</c:v>
                </c:pt>
                <c:pt idx="19">
                  <c:v>0.33008830753513996</c:v>
                </c:pt>
                <c:pt idx="20">
                  <c:v>0.41111229050718756</c:v>
                </c:pt>
                <c:pt idx="21">
                  <c:v>0.49978351370303153</c:v>
                </c:pt>
                <c:pt idx="22">
                  <c:v>0.5930544067956073</c:v>
                </c:pt>
                <c:pt idx="23">
                  <c:v>0.686907557457388</c:v>
                </c:pt>
                <c:pt idx="24">
                  <c:v>0.776592510126528</c:v>
                </c:pt>
                <c:pt idx="25">
                  <c:v>0.8569968914352789</c:v>
                </c:pt>
                <c:pt idx="26">
                  <c:v>0.9231163463866359</c:v>
                </c:pt>
                <c:pt idx="27">
                  <c:v>0.9705653490349353</c:v>
                </c:pt>
                <c:pt idx="28">
                  <c:v>0.996057176138191</c:v>
                </c:pt>
                <c:pt idx="29">
                  <c:v>0.9977802450856065</c:v>
                </c:pt>
                <c:pt idx="30">
                  <c:v>0.9756109800648459</c:v>
                </c:pt>
                <c:pt idx="31">
                  <c:v>0.9311284654622025</c:v>
                </c:pt>
                <c:pt idx="32">
                  <c:v>0.8674284731834105</c:v>
                </c:pt>
                <c:pt idx="33">
                  <c:v>0.7887672852587113</c:v>
                </c:pt>
                <c:pt idx="34">
                  <c:v>0.7000922199176508</c:v>
                </c:pt>
                <c:pt idx="35">
                  <c:v>0.6065306597126339</c:v>
                </c:pt>
                <c:pt idx="36">
                  <c:v>0.5129102907232945</c:v>
                </c:pt>
                <c:pt idx="37">
                  <c:v>0.4233711028530497</c:v>
                </c:pt>
                <c:pt idx="38">
                  <c:v>0.3411081980965919</c:v>
                </c:pt>
                <c:pt idx="39">
                  <c:v>0.26825896730088516</c:v>
                </c:pt>
                <c:pt idx="40">
                  <c:v>0.20592424643419852</c:v>
                </c:pt>
                <c:pt idx="41">
                  <c:v>0.15429500550156855</c:v>
                </c:pt>
                <c:pt idx="42">
                  <c:v>0.11284631896716392</c:v>
                </c:pt>
                <c:pt idx="43">
                  <c:v>0.08055900093918512</c:v>
                </c:pt>
                <c:pt idx="44">
                  <c:v>0.056134762834133725</c:v>
                </c:pt>
                <c:pt idx="45">
                  <c:v>0.03818043380053579</c:v>
                </c:pt>
                <c:pt idx="46">
                  <c:v>0.02534784079290084</c:v>
                </c:pt>
                <c:pt idx="47">
                  <c:v>0.016426015518885544</c:v>
                </c:pt>
                <c:pt idx="48">
                  <c:v>0.010389978114777331</c:v>
                </c:pt>
                <c:pt idx="49">
                  <c:v>0.006414874770449607</c:v>
                </c:pt>
                <c:pt idx="50">
                  <c:v>0.003865920139472811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t=1</c:v>
                </c:pt>
              </c:strCache>
            </c:strRef>
          </c:tx>
          <c:spPr>
            <a:solidFill>
              <a:srgbClr val="E76F51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6.615601637697725e-8</c:v>
                </c:pt>
                <c:pt idx="1">
                  <c:v>4.6557157157831194e-7</c:v>
                </c:pt>
                <c:pt idx="2">
                  <c:v>0.0000028986947746329426</c:v>
                </c:pt>
                <c:pt idx="3">
                  <c:v>0.000015966783897804717</c:v>
                </c:pt>
                <c:pt idx="4">
                  <c:v>0.00007780926861553777</c:v>
                </c:pt>
                <c:pt idx="5">
                  <c:v>0.00033546262790251245</c:v>
                </c:pt>
                <c:pt idx="6">
                  <c:v>0.0012795459378999216</c:v>
                </c:pt>
                <c:pt idx="7">
                  <c:v>0.0043178400076330815</c:v>
                </c:pt>
                <c:pt idx="8">
                  <c:v>0.012890689144001481</c:v>
                </c:pt>
                <c:pt idx="9">
                  <c:v>0.03404745473459933</c:v>
                </c:pt>
                <c:pt idx="10">
                  <c:v>0.07955950871822776</c:v>
                </c:pt>
                <c:pt idx="11">
                  <c:v>0.1644744565771549</c:v>
                </c:pt>
                <c:pt idx="12">
                  <c:v>0.30081795435727543</c:v>
                </c:pt>
                <c:pt idx="13">
                  <c:v>0.48675225595997185</c:v>
                </c:pt>
                <c:pt idx="14">
                  <c:v>0.6968047754960351</c:v>
                </c:pt>
                <c:pt idx="15">
                  <c:v>0.8824969025845956</c:v>
                </c:pt>
                <c:pt idx="16">
                  <c:v>0.9888130446112331</c:v>
                </c:pt>
                <c:pt idx="17">
                  <c:v>0.9801986733067551</c:v>
                </c:pt>
                <c:pt idx="18">
                  <c:v>0.8596327636025423</c:v>
                </c:pt>
                <c:pt idx="19">
                  <c:v>0.6669768108584742</c:v>
                </c:pt>
                <c:pt idx="20">
                  <c:v>0.457833361771614</c:v>
                </c:pt>
                <c:pt idx="21">
                  <c:v>0.2780373004531943</c:v>
                </c:pt>
                <c:pt idx="22">
                  <c:v>0.14938177525041804</c:v>
                </c:pt>
                <c:pt idx="23">
                  <c:v>0.07100535373963694</c:v>
                </c:pt>
                <c:pt idx="24">
                  <c:v>0.029859566641115574</c:v>
                </c:pt>
                <c:pt idx="25">
                  <c:v>0.011108996538242316</c:v>
                </c:pt>
                <c:pt idx="26">
                  <c:v>0.003656495880052896</c:v>
                </c:pt>
                <c:pt idx="27">
                  <c:v>0.0010647662366679196</c:v>
                </c:pt>
                <c:pt idx="28">
                  <c:v>0.0002743104674934002</c:v>
                </c:pt>
                <c:pt idx="29">
                  <c:v>0.0000625215037748206</c:v>
                </c:pt>
                <c:pt idx="30">
                  <c:v>0.000012607105177048523</c:v>
                </c:pt>
                <c:pt idx="31">
                  <c:v>0.0000022490559670323467</c:v>
                </c:pt>
                <c:pt idx="32">
                  <c:v>3.5496380869713013e-7</c:v>
                </c:pt>
                <c:pt idx="33">
                  <c:v>4.95640531917248e-8</c:v>
                </c:pt>
                <c:pt idx="34">
                  <c:v>6.122777521472869e-9</c:v>
                </c:pt>
                <c:pt idx="35">
                  <c:v>6.69158609129283e-10</c:v>
                </c:pt>
                <c:pt idx="36">
                  <c:v>6.470064146626322e-11</c:v>
                </c:pt>
                <c:pt idx="37">
                  <c:v>5.534610071701053e-12</c:v>
                </c:pt>
                <c:pt idx="38">
                  <c:v>4.188556688844662e-13</c:v>
                </c:pt>
                <c:pt idx="39">
                  <c:v>2.8044047382227872e-14</c:v>
                </c:pt>
                <c:pt idx="40">
                  <c:v>1.6611770126997193e-15</c:v>
                </c:pt>
                <c:pt idx="41">
                  <c:v>8.705426622296374e-17</c:v>
                </c:pt>
                <c:pt idx="42">
                  <c:v>4.03611127971037e-18</c:v>
                </c:pt>
                <c:pt idx="43">
                  <c:v>1.6555226620987862e-19</c:v>
                </c:pt>
                <c:pt idx="44">
                  <c:v>6.0076697998602976e-21</c:v>
                </c:pt>
                <c:pt idx="45">
                  <c:v>1.9287498479639178e-22</c:v>
                </c:pt>
                <c:pt idx="46">
                  <c:v>5.478285745499037e-24</c:v>
                </c:pt>
                <c:pt idx="47">
                  <c:v>1.3766146386619325e-25</c:v>
                </c:pt>
                <c:pt idx="48">
                  <c:v>3.060405767218095e-27</c:v>
                </c:pt>
                <c:pt idx="49">
                  <c:v>6.019280276816571e-29</c:v>
                </c:pt>
                <c:pt idx="50">
                  <c:v>1.0473915024344058e-30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t=2</c:v>
                </c:pt>
              </c:strCache>
            </c:strRef>
          </c:tx>
          <c:spPr>
            <a:solidFill>
              <a:srgbClr val="E9C46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0.0000015972578828343135</c:v>
                </c:pt>
                <c:pt idx="1">
                  <c:v>0.000005189418606715275</c:v>
                </c:pt>
                <c:pt idx="2">
                  <c:v>0.000015966783897804662</c:v>
                </c:pt>
                <c:pt idx="3">
                  <c:v>0.0000465233809526075</c:v>
                </c:pt>
                <c:pt idx="4">
                  <c:v>0.00012837491452281785</c:v>
                </c:pt>
                <c:pt idx="5">
                  <c:v>0.00033546262790251185</c:v>
                </c:pt>
                <c:pt idx="6">
                  <c:v>0.0008301626696148566</c:v>
                </c:pt>
                <c:pt idx="7">
                  <c:v>0.0019455273214659253</c:v>
                </c:pt>
                <c:pt idx="8">
                  <c:v>0.004317840007633075</c:v>
                </c:pt>
                <c:pt idx="9">
                  <c:v>0.009075087815651552</c:v>
                </c:pt>
                <c:pt idx="10">
                  <c:v>0.018063013419781275</c:v>
                </c:pt>
                <c:pt idx="11">
                  <c:v>0.03404745473459933</c:v>
                </c:pt>
                <c:pt idx="12">
                  <c:v>0.06077628863962411</c:v>
                </c:pt>
                <c:pt idx="13">
                  <c:v>0.10273981490249434</c:v>
                </c:pt>
                <c:pt idx="14">
                  <c:v>0.1644744565771549</c:v>
                </c:pt>
                <c:pt idx="15">
                  <c:v>0.24935220877729616</c:v>
                </c:pt>
                <c:pt idx="16">
                  <c:v>0.35800002518859986</c:v>
                </c:pt>
                <c:pt idx="17">
                  <c:v>0.48675225595997185</c:v>
                </c:pt>
                <c:pt idx="18">
                  <c:v>0.626740799202993</c:v>
                </c:pt>
                <c:pt idx="19">
                  <c:v>0.7642281651714905</c:v>
                </c:pt>
                <c:pt idx="20">
                  <c:v>0.8824969025845956</c:v>
                </c:pt>
                <c:pt idx="21">
                  <c:v>0.9650691177896803</c:v>
                </c:pt>
                <c:pt idx="22">
                  <c:v>0.9994445987368581</c:v>
                </c:pt>
                <c:pt idx="23">
                  <c:v>0.9801986733067553</c:v>
                </c:pt>
                <c:pt idx="24">
                  <c:v>0.9103839103891425</c:v>
                </c:pt>
                <c:pt idx="25">
                  <c:v>0.8007374029168082</c:v>
                </c:pt>
                <c:pt idx="26">
                  <c:v>0.6669768108584743</c:v>
                </c:pt>
                <c:pt idx="27">
                  <c:v>0.5261219640934562</c:v>
                </c:pt>
                <c:pt idx="28">
                  <c:v>0.3930223144755087</c:v>
                </c:pt>
                <c:pt idx="29">
                  <c:v>0.27803730045319447</c:v>
                </c:pt>
                <c:pt idx="30">
                  <c:v>0.18627046369770084</c:v>
                </c:pt>
                <c:pt idx="31">
                  <c:v>0.11817891718178061</c:v>
                </c:pt>
                <c:pt idx="32">
                  <c:v>0.07100535373963685</c:v>
                </c:pt>
                <c:pt idx="33">
                  <c:v>0.040401478874163205</c:v>
                </c:pt>
                <c:pt idx="34">
                  <c:v>0.021770003951548277</c:v>
                </c:pt>
                <c:pt idx="35">
                  <c:v>0.011108996538242336</c:v>
                </c:pt>
                <c:pt idx="36">
                  <c:v>0.0053684168794486</c:v>
                </c:pt>
                <c:pt idx="37">
                  <c:v>0.0024568164604892896</c:v>
                </c:pt>
                <c:pt idx="38">
                  <c:v>0.0010647662366679177</c:v>
                </c:pt>
                <c:pt idx="39">
                  <c:v>0.0004370095298997477</c:v>
                </c:pt>
                <c:pt idx="40">
                  <c:v>0.00016985667656140978</c:v>
                </c:pt>
                <c:pt idx="41">
                  <c:v>0.0000625215037748206</c:v>
                </c:pt>
                <c:pt idx="42">
                  <c:v>0.000021793715950203073</c:v>
                </c:pt>
                <c:pt idx="43">
                  <c:v>0.00000719429489147509</c:v>
                </c:pt>
                <c:pt idx="44">
                  <c:v>0.0000022490559670323387</c:v>
                </c:pt>
                <c:pt idx="45">
                  <c:v>6.658361469857315e-7</c:v>
                </c:pt>
                <c:pt idx="46">
                  <c:v>1.866764581494615e-7</c:v>
                </c:pt>
                <c:pt idx="47">
                  <c:v>4.956405319172498e-8</c:v>
                </c:pt>
                <c:pt idx="48">
                  <c:v>1.2462327347003368e-8</c:v>
                </c:pt>
                <c:pt idx="49">
                  <c:v>2.9674716127019104e-9</c:v>
                </c:pt>
                <c:pt idx="50">
                  <c:v>6.691586091292783e-10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t=4</c:v>
                </c:pt>
              </c:strCache>
            </c:strRef>
          </c:tx>
          <c:spPr>
            <a:solidFill>
              <a:srgbClr val="0E7C7B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>0.00005136553118975938</c:v>
                </c:pt>
                <c:pt idx="1">
                  <c:v>0.00010131420285972484</c:v>
                </c:pt>
                <c:pt idx="2">
                  <c:v>0.00019505631968129788</c:v>
                </c:pt>
                <c:pt idx="3">
                  <c:v>0.0003665564497251403</c:v>
                </c:pt>
                <c:pt idx="4">
                  <c:v>0.0006723770032408703</c:v>
                </c:pt>
                <c:pt idx="5">
                  <c:v>0.001203859994828204</c:v>
                </c:pt>
                <c:pt idx="6">
                  <c:v>0.0021039250291307416</c:v>
                </c:pt>
                <c:pt idx="7">
                  <c:v>0.0035890183886718788</c:v>
                </c:pt>
                <c:pt idx="8">
                  <c:v>0.005976022895005948</c:v>
                </c:pt>
                <c:pt idx="9">
                  <c:v>0.009712699842901646</c:v>
                </c:pt>
                <c:pt idx="10">
                  <c:v>0.0154084455711888</c:v>
                </c:pt>
                <c:pt idx="11">
                  <c:v>0.023859911879380247</c:v>
                </c:pt>
                <c:pt idx="12">
                  <c:v>0.03606367561740235</c:v>
                </c:pt>
                <c:pt idx="13">
                  <c:v>0.05320620538223257</c:v>
                </c:pt>
                <c:pt idx="14">
                  <c:v>0.07662063218049353</c:v>
                </c:pt>
                <c:pt idx="15">
                  <c:v>0.10770114519003211</c:v>
                </c:pt>
                <c:pt idx="16">
                  <c:v>0.1477699265043178</c:v>
                </c:pt>
                <c:pt idx="17">
                  <c:v>0.19789869908361485</c:v>
                </c:pt>
                <c:pt idx="18">
                  <c:v>0.258696746701885</c:v>
                </c:pt>
                <c:pt idx="19">
                  <c:v>0.33008830753513996</c:v>
                </c:pt>
                <c:pt idx="20">
                  <c:v>0.41111229050718756</c:v>
                </c:pt>
                <c:pt idx="21">
                  <c:v>0.49978351370303153</c:v>
                </c:pt>
                <c:pt idx="22">
                  <c:v>0.5930544067956073</c:v>
                </c:pt>
                <c:pt idx="23">
                  <c:v>0.686907557457388</c:v>
                </c:pt>
                <c:pt idx="24">
                  <c:v>0.776592510126528</c:v>
                </c:pt>
                <c:pt idx="25">
                  <c:v>0.8569968914352789</c:v>
                </c:pt>
                <c:pt idx="26">
                  <c:v>0.9231163463866359</c:v>
                </c:pt>
                <c:pt idx="27">
                  <c:v>0.9705653490349353</c:v>
                </c:pt>
                <c:pt idx="28">
                  <c:v>0.996057176138191</c:v>
                </c:pt>
                <c:pt idx="29">
                  <c:v>0.9977802450856065</c:v>
                </c:pt>
                <c:pt idx="30">
                  <c:v>0.9756109800648459</c:v>
                </c:pt>
                <c:pt idx="31">
                  <c:v>0.9311284654622025</c:v>
                </c:pt>
                <c:pt idx="32">
                  <c:v>0.8674284731834105</c:v>
                </c:pt>
                <c:pt idx="33">
                  <c:v>0.7887672852587113</c:v>
                </c:pt>
                <c:pt idx="34">
                  <c:v>0.7000922199176508</c:v>
                </c:pt>
                <c:pt idx="35">
                  <c:v>0.6065306597126339</c:v>
                </c:pt>
                <c:pt idx="36">
                  <c:v>0.5129102907232945</c:v>
                </c:pt>
                <c:pt idx="37">
                  <c:v>0.4233711028530497</c:v>
                </c:pt>
                <c:pt idx="38">
                  <c:v>0.3411081980965919</c:v>
                </c:pt>
                <c:pt idx="39">
                  <c:v>0.26825896730088516</c:v>
                </c:pt>
                <c:pt idx="40">
                  <c:v>0.20592424643419852</c:v>
                </c:pt>
                <c:pt idx="41">
                  <c:v>0.15429500550156855</c:v>
                </c:pt>
                <c:pt idx="42">
                  <c:v>0.11284631896716392</c:v>
                </c:pt>
                <c:pt idx="43">
                  <c:v>0.08055900093918512</c:v>
                </c:pt>
                <c:pt idx="44">
                  <c:v>0.056134762834133725</c:v>
                </c:pt>
                <c:pt idx="45">
                  <c:v>0.03818043380053579</c:v>
                </c:pt>
                <c:pt idx="46">
                  <c:v>0.02534784079290084</c:v>
                </c:pt>
                <c:pt idx="47">
                  <c:v>0.016426015518885544</c:v>
                </c:pt>
                <c:pt idx="48">
                  <c:v>0.010389978114777331</c:v>
                </c:pt>
                <c:pt idx="49">
                  <c:v>0.006414874770449607</c:v>
                </c:pt>
                <c:pt idx="50">
                  <c:v>0.003865920139472811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t=1</c:v>
                </c:pt>
              </c:strCache>
            </c:strRef>
          </c:tx>
          <c:spPr>
            <a:solidFill>
              <a:srgbClr val="E76F51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6.615601637697725e-8</c:v>
                </c:pt>
                <c:pt idx="1">
                  <c:v>4.6557157157831194e-7</c:v>
                </c:pt>
                <c:pt idx="2">
                  <c:v>0.0000028986947746329426</c:v>
                </c:pt>
                <c:pt idx="3">
                  <c:v>0.000015966783897804717</c:v>
                </c:pt>
                <c:pt idx="4">
                  <c:v>0.00007780926861553777</c:v>
                </c:pt>
                <c:pt idx="5">
                  <c:v>0.00033546262790251245</c:v>
                </c:pt>
                <c:pt idx="6">
                  <c:v>0.0012795459378999216</c:v>
                </c:pt>
                <c:pt idx="7">
                  <c:v>0.0043178400076330815</c:v>
                </c:pt>
                <c:pt idx="8">
                  <c:v>0.012890689144001481</c:v>
                </c:pt>
                <c:pt idx="9">
                  <c:v>0.03404745473459933</c:v>
                </c:pt>
                <c:pt idx="10">
                  <c:v>0.07955950871822776</c:v>
                </c:pt>
                <c:pt idx="11">
                  <c:v>0.1644744565771549</c:v>
                </c:pt>
                <c:pt idx="12">
                  <c:v>0.30081795435727543</c:v>
                </c:pt>
                <c:pt idx="13">
                  <c:v>0.48675225595997185</c:v>
                </c:pt>
                <c:pt idx="14">
                  <c:v>0.6968047754960351</c:v>
                </c:pt>
                <c:pt idx="15">
                  <c:v>0.8824969025845956</c:v>
                </c:pt>
                <c:pt idx="16">
                  <c:v>0.9888130446112331</c:v>
                </c:pt>
                <c:pt idx="17">
                  <c:v>0.9801986733067551</c:v>
                </c:pt>
                <c:pt idx="18">
                  <c:v>0.8596327636025423</c:v>
                </c:pt>
                <c:pt idx="19">
                  <c:v>0.6669768108584742</c:v>
                </c:pt>
                <c:pt idx="20">
                  <c:v>0.457833361771614</c:v>
                </c:pt>
                <c:pt idx="21">
                  <c:v>0.2780373004531943</c:v>
                </c:pt>
                <c:pt idx="22">
                  <c:v>0.14938177525041804</c:v>
                </c:pt>
                <c:pt idx="23">
                  <c:v>0.07100535373963694</c:v>
                </c:pt>
                <c:pt idx="24">
                  <c:v>0.029859566641115574</c:v>
                </c:pt>
                <c:pt idx="25">
                  <c:v>0.011108996538242316</c:v>
                </c:pt>
                <c:pt idx="26">
                  <c:v>0.003656495880052896</c:v>
                </c:pt>
                <c:pt idx="27">
                  <c:v>0.0010647662366679196</c:v>
                </c:pt>
                <c:pt idx="28">
                  <c:v>0.0002743104674934002</c:v>
                </c:pt>
                <c:pt idx="29">
                  <c:v>0.0000625215037748206</c:v>
                </c:pt>
                <c:pt idx="30">
                  <c:v>0.000012607105177048523</c:v>
                </c:pt>
                <c:pt idx="31">
                  <c:v>0.0000022490559670323467</c:v>
                </c:pt>
                <c:pt idx="32">
                  <c:v>3.5496380869713013e-7</c:v>
                </c:pt>
                <c:pt idx="33">
                  <c:v>4.95640531917248e-8</c:v>
                </c:pt>
                <c:pt idx="34">
                  <c:v>6.122777521472869e-9</c:v>
                </c:pt>
                <c:pt idx="35">
                  <c:v>6.69158609129283e-10</c:v>
                </c:pt>
                <c:pt idx="36">
                  <c:v>6.470064146626322e-11</c:v>
                </c:pt>
                <c:pt idx="37">
                  <c:v>5.534610071701053e-12</c:v>
                </c:pt>
                <c:pt idx="38">
                  <c:v>4.188556688844662e-13</c:v>
                </c:pt>
                <c:pt idx="39">
                  <c:v>2.8044047382227872e-14</c:v>
                </c:pt>
                <c:pt idx="40">
                  <c:v>1.6611770126997193e-15</c:v>
                </c:pt>
                <c:pt idx="41">
                  <c:v>8.705426622296374e-17</c:v>
                </c:pt>
                <c:pt idx="42">
                  <c:v>4.03611127971037e-18</c:v>
                </c:pt>
                <c:pt idx="43">
                  <c:v>1.6555226620987862e-19</c:v>
                </c:pt>
                <c:pt idx="44">
                  <c:v>6.0076697998602976e-21</c:v>
                </c:pt>
                <c:pt idx="45">
                  <c:v>1.9287498479639178e-22</c:v>
                </c:pt>
                <c:pt idx="46">
                  <c:v>5.478285745499037e-24</c:v>
                </c:pt>
                <c:pt idx="47">
                  <c:v>1.3766146386619325e-25</c:v>
                </c:pt>
                <c:pt idx="48">
                  <c:v>3.060405767218095e-27</c:v>
                </c:pt>
                <c:pt idx="49">
                  <c:v>6.019280276816571e-29</c:v>
                </c:pt>
                <c:pt idx="50">
                  <c:v>1.0473915024344058e-30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t=2</c:v>
                </c:pt>
              </c:strCache>
            </c:strRef>
          </c:tx>
          <c:spPr>
            <a:solidFill>
              <a:srgbClr val="E9C46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0.0000015972578828343135</c:v>
                </c:pt>
                <c:pt idx="1">
                  <c:v>0.000005189418606715275</c:v>
                </c:pt>
                <c:pt idx="2">
                  <c:v>0.000015966783897804662</c:v>
                </c:pt>
                <c:pt idx="3">
                  <c:v>0.0000465233809526075</c:v>
                </c:pt>
                <c:pt idx="4">
                  <c:v>0.00012837491452281785</c:v>
                </c:pt>
                <c:pt idx="5">
                  <c:v>0.00033546262790251185</c:v>
                </c:pt>
                <c:pt idx="6">
                  <c:v>0.0008301626696148566</c:v>
                </c:pt>
                <c:pt idx="7">
                  <c:v>0.0019455273214659253</c:v>
                </c:pt>
                <c:pt idx="8">
                  <c:v>0.004317840007633075</c:v>
                </c:pt>
                <c:pt idx="9">
                  <c:v>0.009075087815651552</c:v>
                </c:pt>
                <c:pt idx="10">
                  <c:v>0.018063013419781275</c:v>
                </c:pt>
                <c:pt idx="11">
                  <c:v>0.03404745473459933</c:v>
                </c:pt>
                <c:pt idx="12">
                  <c:v>0.06077628863962411</c:v>
                </c:pt>
                <c:pt idx="13">
                  <c:v>0.10273981490249434</c:v>
                </c:pt>
                <c:pt idx="14">
                  <c:v>0.1644744565771549</c:v>
                </c:pt>
                <c:pt idx="15">
                  <c:v>0.24935220877729616</c:v>
                </c:pt>
                <c:pt idx="16">
                  <c:v>0.35800002518859986</c:v>
                </c:pt>
                <c:pt idx="17">
                  <c:v>0.48675225595997185</c:v>
                </c:pt>
                <c:pt idx="18">
                  <c:v>0.626740799202993</c:v>
                </c:pt>
                <c:pt idx="19">
                  <c:v>0.7642281651714905</c:v>
                </c:pt>
                <c:pt idx="20">
                  <c:v>0.8824969025845956</c:v>
                </c:pt>
                <c:pt idx="21">
                  <c:v>0.9650691177896803</c:v>
                </c:pt>
                <c:pt idx="22">
                  <c:v>0.9994445987368581</c:v>
                </c:pt>
                <c:pt idx="23">
                  <c:v>0.9801986733067553</c:v>
                </c:pt>
                <c:pt idx="24">
                  <c:v>0.9103839103891425</c:v>
                </c:pt>
                <c:pt idx="25">
                  <c:v>0.8007374029168082</c:v>
                </c:pt>
                <c:pt idx="26">
                  <c:v>0.6669768108584743</c:v>
                </c:pt>
                <c:pt idx="27">
                  <c:v>0.5261219640934562</c:v>
                </c:pt>
                <c:pt idx="28">
                  <c:v>0.3930223144755087</c:v>
                </c:pt>
                <c:pt idx="29">
                  <c:v>0.27803730045319447</c:v>
                </c:pt>
                <c:pt idx="30">
                  <c:v>0.18627046369770084</c:v>
                </c:pt>
                <c:pt idx="31">
                  <c:v>0.11817891718178061</c:v>
                </c:pt>
                <c:pt idx="32">
                  <c:v>0.07100535373963685</c:v>
                </c:pt>
                <c:pt idx="33">
                  <c:v>0.040401478874163205</c:v>
                </c:pt>
                <c:pt idx="34">
                  <c:v>0.021770003951548277</c:v>
                </c:pt>
                <c:pt idx="35">
                  <c:v>0.011108996538242336</c:v>
                </c:pt>
                <c:pt idx="36">
                  <c:v>0.0053684168794486</c:v>
                </c:pt>
                <c:pt idx="37">
                  <c:v>0.0024568164604892896</c:v>
                </c:pt>
                <c:pt idx="38">
                  <c:v>0.0010647662366679177</c:v>
                </c:pt>
                <c:pt idx="39">
                  <c:v>0.0004370095298997477</c:v>
                </c:pt>
                <c:pt idx="40">
                  <c:v>0.00016985667656140978</c:v>
                </c:pt>
                <c:pt idx="41">
                  <c:v>0.0000625215037748206</c:v>
                </c:pt>
                <c:pt idx="42">
                  <c:v>0.000021793715950203073</c:v>
                </c:pt>
                <c:pt idx="43">
                  <c:v>0.00000719429489147509</c:v>
                </c:pt>
                <c:pt idx="44">
                  <c:v>0.0000022490559670323387</c:v>
                </c:pt>
                <c:pt idx="45">
                  <c:v>6.658361469857315e-7</c:v>
                </c:pt>
                <c:pt idx="46">
                  <c:v>1.866764581494615e-7</c:v>
                </c:pt>
                <c:pt idx="47">
                  <c:v>4.956405319172498e-8</c:v>
                </c:pt>
                <c:pt idx="48">
                  <c:v>1.2462327347003368e-8</c:v>
                </c:pt>
                <c:pt idx="49">
                  <c:v>2.9674716127019104e-9</c:v>
                </c:pt>
                <c:pt idx="50">
                  <c:v>6.691586091292783e-10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t=4</c:v>
                </c:pt>
              </c:strCache>
            </c:strRef>
          </c:tx>
          <c:spPr>
            <a:solidFill>
              <a:srgbClr val="0E7C7B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>0.00005136553118975938</c:v>
                </c:pt>
                <c:pt idx="1">
                  <c:v>0.00010131420285972484</c:v>
                </c:pt>
                <c:pt idx="2">
                  <c:v>0.00019505631968129788</c:v>
                </c:pt>
                <c:pt idx="3">
                  <c:v>0.0003665564497251403</c:v>
                </c:pt>
                <c:pt idx="4">
                  <c:v>0.0006723770032408703</c:v>
                </c:pt>
                <c:pt idx="5">
                  <c:v>0.001203859994828204</c:v>
                </c:pt>
                <c:pt idx="6">
                  <c:v>0.0021039250291307416</c:v>
                </c:pt>
                <c:pt idx="7">
                  <c:v>0.0035890183886718788</c:v>
                </c:pt>
                <c:pt idx="8">
                  <c:v>0.005976022895005948</c:v>
                </c:pt>
                <c:pt idx="9">
                  <c:v>0.009712699842901646</c:v>
                </c:pt>
                <c:pt idx="10">
                  <c:v>0.0154084455711888</c:v>
                </c:pt>
                <c:pt idx="11">
                  <c:v>0.023859911879380247</c:v>
                </c:pt>
                <c:pt idx="12">
                  <c:v>0.03606367561740235</c:v>
                </c:pt>
                <c:pt idx="13">
                  <c:v>0.05320620538223257</c:v>
                </c:pt>
                <c:pt idx="14">
                  <c:v>0.07662063218049353</c:v>
                </c:pt>
                <c:pt idx="15">
                  <c:v>0.10770114519003211</c:v>
                </c:pt>
                <c:pt idx="16">
                  <c:v>0.1477699265043178</c:v>
                </c:pt>
                <c:pt idx="17">
                  <c:v>0.19789869908361485</c:v>
                </c:pt>
                <c:pt idx="18">
                  <c:v>0.258696746701885</c:v>
                </c:pt>
                <c:pt idx="19">
                  <c:v>0.33008830753513996</c:v>
                </c:pt>
                <c:pt idx="20">
                  <c:v>0.41111229050718756</c:v>
                </c:pt>
                <c:pt idx="21">
                  <c:v>0.49978351370303153</c:v>
                </c:pt>
                <c:pt idx="22">
                  <c:v>0.5930544067956073</c:v>
                </c:pt>
                <c:pt idx="23">
                  <c:v>0.686907557457388</c:v>
                </c:pt>
                <c:pt idx="24">
                  <c:v>0.776592510126528</c:v>
                </c:pt>
                <c:pt idx="25">
                  <c:v>0.8569968914352789</c:v>
                </c:pt>
                <c:pt idx="26">
                  <c:v>0.9231163463866359</c:v>
                </c:pt>
                <c:pt idx="27">
                  <c:v>0.9705653490349353</c:v>
                </c:pt>
                <c:pt idx="28">
                  <c:v>0.996057176138191</c:v>
                </c:pt>
                <c:pt idx="29">
                  <c:v>0.9977802450856065</c:v>
                </c:pt>
                <c:pt idx="30">
                  <c:v>0.9756109800648459</c:v>
                </c:pt>
                <c:pt idx="31">
                  <c:v>0.9311284654622025</c:v>
                </c:pt>
                <c:pt idx="32">
                  <c:v>0.8674284731834105</c:v>
                </c:pt>
                <c:pt idx="33">
                  <c:v>0.7887672852587113</c:v>
                </c:pt>
                <c:pt idx="34">
                  <c:v>0.7000922199176508</c:v>
                </c:pt>
                <c:pt idx="35">
                  <c:v>0.6065306597126339</c:v>
                </c:pt>
                <c:pt idx="36">
                  <c:v>0.5129102907232945</c:v>
                </c:pt>
                <c:pt idx="37">
                  <c:v>0.4233711028530497</c:v>
                </c:pt>
                <c:pt idx="38">
                  <c:v>0.3411081980965919</c:v>
                </c:pt>
                <c:pt idx="39">
                  <c:v>0.26825896730088516</c:v>
                </c:pt>
                <c:pt idx="40">
                  <c:v>0.20592424643419852</c:v>
                </c:pt>
                <c:pt idx="41">
                  <c:v>0.15429500550156855</c:v>
                </c:pt>
                <c:pt idx="42">
                  <c:v>0.11284631896716392</c:v>
                </c:pt>
                <c:pt idx="43">
                  <c:v>0.08055900093918512</c:v>
                </c:pt>
                <c:pt idx="44">
                  <c:v>0.056134762834133725</c:v>
                </c:pt>
                <c:pt idx="45">
                  <c:v>0.03818043380053579</c:v>
                </c:pt>
                <c:pt idx="46">
                  <c:v>0.02534784079290084</c:v>
                </c:pt>
                <c:pt idx="47">
                  <c:v>0.016426015518885544</c:v>
                </c:pt>
                <c:pt idx="48">
                  <c:v>0.010389978114777331</c:v>
                </c:pt>
                <c:pt idx="49">
                  <c:v>0.006414874770449607</c:v>
                </c:pt>
                <c:pt idx="50">
                  <c:v>0.003865920139472811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t=1</c:v>
                </c:pt>
              </c:strCache>
            </c:strRef>
          </c:tx>
          <c:spPr>
            <a:solidFill>
              <a:srgbClr val="E76F51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0.00011961288358102437</c:v>
                </c:pt>
                <c:pt idx="1">
                  <c:v>0.00024781885551435393</c:v>
                </c:pt>
                <c:pt idx="2">
                  <c:v>0.0004979554215032739</c:v>
                </c:pt>
                <c:pt idx="3">
                  <c:v>0.000970390005256007</c:v>
                </c:pt>
                <c:pt idx="4">
                  <c:v>0.0018340108300731598</c:v>
                </c:pt>
                <c:pt idx="5">
                  <c:v>0.0033616864879322623</c:v>
                </c:pt>
                <c:pt idx="6">
                  <c:v>0.005976022895005948</c:v>
                </c:pt>
                <c:pt idx="7">
                  <c:v>0.010303078962692468</c:v>
                </c:pt>
                <c:pt idx="8">
                  <c:v>0.017227471311635125</c:v>
                </c:pt>
                <c:pt idx="9">
                  <c:v>0.0279367430886245</c:v>
                </c:pt>
                <c:pt idx="10">
                  <c:v>0.043936933623407455</c:v>
                </c:pt>
                <c:pt idx="11">
                  <c:v>0.06701676278920733</c:v>
                </c:pt>
                <c:pt idx="12">
                  <c:v>0.0991372525107474</c:v>
                </c:pt>
                <c:pt idx="13">
                  <c:v>0.14222961788539545</c:v>
                </c:pt>
                <c:pt idx="14">
                  <c:v>0.19789869908361485</c:v>
                </c:pt>
                <c:pt idx="15">
                  <c:v>0.26705183522634346</c:v>
                </c:pt>
                <c:pt idx="16">
                  <c:v>0.3495006001997567</c:v>
                </c:pt>
                <c:pt idx="17">
                  <c:v>0.44360866071177213</c:v>
                </c:pt>
                <c:pt idx="18">
                  <c:v>0.5460744266397095</c:v>
                </c:pt>
                <c:pt idx="19">
                  <c:v>0.6519336408973455</c:v>
                </c:pt>
                <c:pt idx="20">
                  <c:v>0.7548396019890076</c:v>
                </c:pt>
                <c:pt idx="21">
                  <c:v>0.8476287787021359</c:v>
                </c:pt>
                <c:pt idx="22">
                  <c:v>0.9231163463866359</c:v>
                </c:pt>
                <c:pt idx="23">
                  <c:v>0.9750051752984179</c:v>
                </c:pt>
                <c:pt idx="24">
                  <c:v>0.9987507809245809</c:v>
                </c:pt>
                <c:pt idx="25">
                  <c:v>0.9922179382602435</c:v>
                </c:pt>
                <c:pt idx="26">
                  <c:v>0.9559974818330998</c:v>
                </c:pt>
                <c:pt idx="27">
                  <c:v>0.8933181415656823</c:v>
                </c:pt>
                <c:pt idx="28">
                  <c:v>0.8095716486678866</c:v>
                </c:pt>
                <c:pt idx="29">
                  <c:v>0.711547929287537</c:v>
                </c:pt>
                <c:pt idx="30">
                  <c:v>0.6065306597126333</c:v>
                </c:pt>
                <c:pt idx="31">
                  <c:v>0.5014193510329406</c:v>
                </c:pt>
                <c:pt idx="32">
                  <c:v>0.4020213830946546</c:v>
                </c:pt>
                <c:pt idx="33">
                  <c:v>0.31260573969965527</c:v>
                </c:pt>
                <c:pt idx="34">
                  <c:v>0.23574607655586322</c:v>
                </c:pt>
                <c:pt idx="35">
                  <c:v>0.17242162389375304</c:v>
                </c:pt>
                <c:pt idx="36">
                  <c:v>0.12230345334690061</c:v>
                </c:pt>
                <c:pt idx="37">
                  <c:v>0.08413669343194798</c:v>
                </c:pt>
                <c:pt idx="38">
                  <c:v>0.05613476283413368</c:v>
                </c:pt>
                <c:pt idx="39">
                  <c:v>0.03632269596109828</c:v>
                </c:pt>
                <c:pt idx="40">
                  <c:v>0.022794180883612316</c:v>
                </c:pt>
                <c:pt idx="41">
                  <c:v>0.01387297605360718</c:v>
                </c:pt>
                <c:pt idx="42">
                  <c:v>0.00818870101437409</c:v>
                </c:pt>
                <c:pt idx="43">
                  <c:v>0.0046877033841884455</c:v>
                </c:pt>
                <c:pt idx="44">
                  <c:v>0.0026025852527254006</c:v>
                </c:pt>
                <c:pt idx="45">
                  <c:v>0.0014013594188853945</c:v>
                </c:pt>
                <c:pt idx="46">
                  <c:v>0.0007318024188804721</c:v>
                </c:pt>
                <c:pt idx="47">
                  <c:v>0.00037062770120352125</c:v>
                </c:pt>
                <c:pt idx="48">
                  <c:v>0.0001820462103670067</c:v>
                </c:pt>
                <c:pt idx="49">
                  <c:v>0.00008672117248599559</c:v>
                </c:pt>
                <c:pt idx="50">
                  <c:v>0.00004006529739295107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t=2</c:v>
                </c:pt>
              </c:strCache>
            </c:strRef>
          </c:tx>
          <c:spPr>
            <a:solidFill>
              <a:srgbClr val="E9C46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0.0002769676135168311</c:v>
                </c:pt>
                <c:pt idx="1">
                  <c:v>0.0005362577199706661</c:v>
                </c:pt>
                <c:pt idx="2">
                  <c:v>0.0010098442341126815</c:v>
                </c:pt>
                <c:pt idx="3">
                  <c:v>0.00184957304407327</c:v>
                </c:pt>
                <c:pt idx="4">
                  <c:v>0.003294768072763121</c:v>
                </c:pt>
                <c:pt idx="5">
                  <c:v>0.005708401017279367</c:v>
                </c:pt>
                <c:pt idx="6">
                  <c:v>0.009619231244563427</c:v>
                </c:pt>
                <c:pt idx="7">
                  <c:v>0.015765310184589786</c:v>
                </c:pt>
                <c:pt idx="8">
                  <c:v>0.025130488985274438</c:v>
                </c:pt>
                <c:pt idx="9">
                  <c:v>0.03896149587111614</c:v>
                </c:pt>
                <c:pt idx="10">
                  <c:v>0.05874982408963055</c:v>
                </c:pt>
                <c:pt idx="11">
                  <c:v>0.08616160551084374</c:v>
                </c:pt>
                <c:pt idx="12">
                  <c:v>0.1229015215512358</c:v>
                </c:pt>
                <c:pt idx="13">
                  <c:v>0.17050495353230224</c:v>
                </c:pt>
                <c:pt idx="14">
                  <c:v>0.2300662989938092</c:v>
                </c:pt>
                <c:pt idx="15">
                  <c:v>0.3019293110801915</c:v>
                </c:pt>
                <c:pt idx="16">
                  <c:v>0.3853841155934049</c:v>
                </c:pt>
                <c:pt idx="17">
                  <c:v>0.4784302254949059</c:v>
                </c:pt>
                <c:pt idx="18">
                  <c:v>0.577669811184963</c:v>
                </c:pt>
                <c:pt idx="19">
                  <c:v>0.67838619181842</c:v>
                </c:pt>
                <c:pt idx="20">
                  <c:v>0.7748374288832496</c:v>
                </c:pt>
                <c:pt idx="21">
                  <c:v>0.8607567707772897</c:v>
                </c:pt>
                <c:pt idx="22">
                  <c:v>0.9300077511714193</c:v>
                </c:pt>
                <c:pt idx="23">
                  <c:v>0.9773023728519783</c:v>
                </c:pt>
                <c:pt idx="24">
                  <c:v>0.998866855645396</c:v>
                </c:pt>
                <c:pt idx="25">
                  <c:v>0.9929388798876336</c:v>
                </c:pt>
                <c:pt idx="26">
                  <c:v>0.9600054412854777</c:v>
                </c:pt>
                <c:pt idx="27">
                  <c:v>0.9027367800326287</c:v>
                </c:pt>
                <c:pt idx="28">
                  <c:v>0.8256288196648831</c:v>
                </c:pt>
                <c:pt idx="29">
                  <c:v>0.7344205416668586</c:v>
                </c:pt>
                <c:pt idx="30">
                  <c:v>0.6353909887688032</c:v>
                </c:pt>
                <c:pt idx="31">
                  <c:v>0.5346549000530266</c:v>
                </c:pt>
                <c:pt idx="32">
                  <c:v>0.43756473770026877</c:v>
                </c:pt>
                <c:pt idx="33">
                  <c:v>0.3482950841949042</c:v>
                </c:pt>
                <c:pt idx="34">
                  <c:v>0.26964268202130764</c:v>
                </c:pt>
                <c:pt idx="35">
                  <c:v>0.20303279625113813</c:v>
                </c:pt>
                <c:pt idx="36">
                  <c:v>0.14868940310943363</c:v>
                </c:pt>
                <c:pt idx="37">
                  <c:v>0.10590832623603709</c:v>
                </c:pt>
                <c:pt idx="38">
                  <c:v>0.07336965136838285</c:v>
                </c:pt>
                <c:pt idx="39">
                  <c:v>0.04943551589807583</c:v>
                </c:pt>
                <c:pt idx="40">
                  <c:v>0.032396489350974</c:v>
                </c:pt>
                <c:pt idx="41">
                  <c:v>0.020648718062161165</c:v>
                </c:pt>
                <c:pt idx="42">
                  <c:v>0.012800428347207215</c:v>
                </c:pt>
                <c:pt idx="43">
                  <c:v>0.007717776111194225</c:v>
                </c:pt>
                <c:pt idx="44">
                  <c:v>0.004525807866766715</c:v>
                </c:pt>
                <c:pt idx="45">
                  <c:v>0.0025812871214129585</c:v>
                </c:pt>
                <c:pt idx="46">
                  <c:v>0.0014319003018691667</c:v>
                </c:pt>
                <c:pt idx="47">
                  <c:v>0.0007725480685016691</c:v>
                </c:pt>
                <c:pt idx="48">
                  <c:v>0.0004053913762504234</c:v>
                </c:pt>
                <c:pt idx="49">
                  <c:v>0.00020689965431628925</c:v>
                </c:pt>
                <c:pt idx="50">
                  <c:v>0.0001027025646196554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t=4</c:v>
                </c:pt>
              </c:strCache>
            </c:strRef>
          </c:tx>
          <c:spPr>
            <a:solidFill>
              <a:srgbClr val="0E7C7B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Sheet1!$A$2:$A$52</c:f>
              <c:multiLvlStrCache>
                <c:ptCount val="51"/>
                <c:lvl>
                  <c:pt idx="0">
                    <c:v>-1.00</c:v>
                  </c:pt>
                  <c:pt idx="1">
                    <c:v>-0.93</c:v>
                  </c:pt>
                  <c:pt idx="2">
                    <c:v>-0.86</c:v>
                  </c:pt>
                  <c:pt idx="3">
                    <c:v>-0.79</c:v>
                  </c:pt>
                  <c:pt idx="4">
                    <c:v>-0.72</c:v>
                  </c:pt>
                  <c:pt idx="5">
                    <c:v>-0.65</c:v>
                  </c:pt>
                  <c:pt idx="6">
                    <c:v>-0.58</c:v>
                  </c:pt>
                  <c:pt idx="7">
                    <c:v>-0.51</c:v>
                  </c:pt>
                  <c:pt idx="8">
                    <c:v>-0.44</c:v>
                  </c:pt>
                  <c:pt idx="9">
                    <c:v>-0.37</c:v>
                  </c:pt>
                  <c:pt idx="10">
                    <c:v>-0.30</c:v>
                  </c:pt>
                  <c:pt idx="11">
                    <c:v>-0.23</c:v>
                  </c:pt>
                  <c:pt idx="12">
                    <c:v>-0.16</c:v>
                  </c:pt>
                  <c:pt idx="13">
                    <c:v>-0.09</c:v>
                  </c:pt>
                  <c:pt idx="14">
                    <c:v>-0.02</c:v>
                  </c:pt>
                  <c:pt idx="15">
                    <c:v>0.05</c:v>
                  </c:pt>
                  <c:pt idx="16">
                    <c:v>0.12</c:v>
                  </c:pt>
                  <c:pt idx="17">
                    <c:v>0.19</c:v>
                  </c:pt>
                  <c:pt idx="18">
                    <c:v>0.26</c:v>
                  </c:pt>
                  <c:pt idx="19">
                    <c:v>0.33</c:v>
                  </c:pt>
                  <c:pt idx="20">
                    <c:v>0.40</c:v>
                  </c:pt>
                  <c:pt idx="21">
                    <c:v>0.47</c:v>
                  </c:pt>
                  <c:pt idx="22">
                    <c:v>0.54</c:v>
                  </c:pt>
                  <c:pt idx="23">
                    <c:v>0.61</c:v>
                  </c:pt>
                  <c:pt idx="24">
                    <c:v>0.68</c:v>
                  </c:pt>
                  <c:pt idx="25">
                    <c:v>0.75</c:v>
                  </c:pt>
                  <c:pt idx="26">
                    <c:v>0.82</c:v>
                  </c:pt>
                  <c:pt idx="27">
                    <c:v>0.89</c:v>
                  </c:pt>
                  <c:pt idx="28">
                    <c:v>0.96</c:v>
                  </c:pt>
                  <c:pt idx="29">
                    <c:v>1.03</c:v>
                  </c:pt>
                  <c:pt idx="30">
                    <c:v>1.10</c:v>
                  </c:pt>
                  <c:pt idx="31">
                    <c:v>1.17</c:v>
                  </c:pt>
                  <c:pt idx="32">
                    <c:v>1.24</c:v>
                  </c:pt>
                  <c:pt idx="33">
                    <c:v>1.31</c:v>
                  </c:pt>
                  <c:pt idx="34">
                    <c:v>1.38</c:v>
                  </c:pt>
                  <c:pt idx="35">
                    <c:v>1.45</c:v>
                  </c:pt>
                  <c:pt idx="36">
                    <c:v>1.52</c:v>
                  </c:pt>
                  <c:pt idx="37">
                    <c:v>1.59</c:v>
                  </c:pt>
                  <c:pt idx="38">
                    <c:v>1.66</c:v>
                  </c:pt>
                  <c:pt idx="39">
                    <c:v>1.73</c:v>
                  </c:pt>
                  <c:pt idx="40">
                    <c:v>1.80</c:v>
                  </c:pt>
                  <c:pt idx="41">
                    <c:v>1.87</c:v>
                  </c:pt>
                  <c:pt idx="42">
                    <c:v>1.94</c:v>
                  </c:pt>
                  <c:pt idx="43">
                    <c:v>2.01</c:v>
                  </c:pt>
                  <c:pt idx="44">
                    <c:v>2.08</c:v>
                  </c:pt>
                  <c:pt idx="45">
                    <c:v>2.15</c:v>
                  </c:pt>
                  <c:pt idx="46">
                    <c:v>2.22</c:v>
                  </c:pt>
                  <c:pt idx="47">
                    <c:v>2.29</c:v>
                  </c:pt>
                  <c:pt idx="48">
                    <c:v>2.36</c:v>
                  </c:pt>
                  <c:pt idx="49">
                    <c:v>2.43</c:v>
                  </c:pt>
                  <c:pt idx="50">
                    <c:v>2.50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>0.0005734481844298572</c:v>
                </c:pt>
                <c:pt idx="1">
                  <c:v>0.0010469977329302597</c:v>
                </c:pt>
                <c:pt idx="2">
                  <c:v>0.001863825902658401</c:v>
                </c:pt>
                <c:pt idx="3">
                  <c:v>0.003234990334437116</c:v>
                </c:pt>
                <c:pt idx="4">
                  <c:v>0.00547455312235109</c:v>
                </c:pt>
                <c:pt idx="5">
                  <c:v>0.009033008184838322</c:v>
                </c:pt>
                <c:pt idx="6">
                  <c:v>0.014531959396856664</c:v>
                </c:pt>
                <c:pt idx="7">
                  <c:v>0.022794180883612347</c:v>
                </c:pt>
                <c:pt idx="8">
                  <c:v>0.034860358370052476</c:v>
                </c:pt>
                <c:pt idx="9">
                  <c:v>0.051981373072852236</c:v>
                </c:pt>
                <c:pt idx="10">
                  <c:v>0.07557387471306087</c:v>
                </c:pt>
                <c:pt idx="11">
                  <c:v>0.1071281670068863</c:v>
                </c:pt>
                <c:pt idx="12">
                  <c:v>0.14806203066053208</c:v>
                </c:pt>
                <c:pt idx="13">
                  <c:v>0.19952245104916472</c:v>
                </c:pt>
                <c:pt idx="14">
                  <c:v>0.2621488058457632</c:v>
                </c:pt>
                <c:pt idx="15">
                  <c:v>0.3358242385717971</c:v>
                </c:pt>
                <c:pt idx="16">
                  <c:v>0.4194538995597423</c:v>
                </c:pt>
                <c:pt idx="17">
                  <c:v>0.5108159816777834</c:v>
                </c:pt>
                <c:pt idx="18">
                  <c:v>0.6065306597126335</c:v>
                </c:pt>
                <c:pt idx="19">
                  <c:v>0.7021810167437753</c:v>
                </c:pt>
                <c:pt idx="20">
                  <c:v>0.7925988758537419</c:v>
                </c:pt>
                <c:pt idx="21">
                  <c:v>0.8722999796898189</c:v>
                </c:pt>
                <c:pt idx="22">
                  <c:v>0.9360225578954149</c:v>
                </c:pt>
                <c:pt idx="23">
                  <c:v>0.9792978717560045</c:v>
                </c:pt>
                <c:pt idx="24">
                  <c:v>0.9989674755693218</c:v>
                </c:pt>
                <c:pt idx="25">
                  <c:v>0.9935641875581972</c:v>
                </c:pt>
                <c:pt idx="26">
                  <c:v>0.9634929746490679</c:v>
                </c:pt>
                <c:pt idx="27">
                  <c:v>0.9109807878027314</c:v>
                </c:pt>
                <c:pt idx="28">
                  <c:v>0.8398039755155686</c:v>
                </c:pt>
                <c:pt idx="29">
                  <c:v>0.7548396019890076</c:v>
                </c:pt>
                <c:pt idx="30">
                  <c:v>0.6615146556493744</c:v>
                </c:pt>
                <c:pt idx="31">
                  <c:v>0.5652392430992013</c:v>
                </c:pt>
                <c:pt idx="32">
                  <c:v>0.47090487298266115</c:v>
                </c:pt>
                <c:pt idx="33">
                  <c:v>0.3825093941622981</c:v>
                </c:pt>
                <c:pt idx="34">
                  <c:v>0.302941707632212</c:v>
                </c:pt>
                <c:pt idx="35">
                  <c:v>0.23392900588632473</c:v>
                </c:pt>
                <c:pt idx="36">
                  <c:v>0.17612342559561647</c:v>
                </c:pt>
                <c:pt idx="37">
                  <c:v>0.12928799935594404</c:v>
                </c:pt>
                <c:pt idx="38">
                  <c:v>0.09253528115842197</c:v>
                </c:pt>
                <c:pt idx="39">
                  <c:v>0.06457501640526919</c:v>
                </c:pt>
                <c:pt idx="40">
                  <c:v>0.04393693362340732</c:v>
                </c:pt>
                <c:pt idx="41">
                  <c:v>0.029147613726534537</c:v>
                </c:pt>
                <c:pt idx="42">
                  <c:v>0.01885316678177365</c:v>
                </c:pt>
                <c:pt idx="43">
                  <c:v>0.011889775542680295</c:v>
                </c:pt>
                <c:pt idx="44">
                  <c:v>0.007310903392491305</c:v>
                </c:pt>
                <c:pt idx="45">
                  <c:v>0.004383050522987341</c:v>
                </c:pt>
                <c:pt idx="46">
                  <c:v>0.002562063863122432</c:v>
                </c:pt>
                <c:pt idx="47">
                  <c:v>0.0014601970533847427</c:v>
                </c:pt>
                <c:pt idx="48">
                  <c:v>0.0008114112541975449</c:v>
                </c:pt>
                <c:pt idx="49">
                  <c:v>0.0004396212015386403</c:v>
                </c:pt>
                <c:pt idx="50">
                  <c:v>0.00023223318227836914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‖U[t] − π‖_TV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0.32</c:v>
                </c:pt>
                <c:pt idx="1">
                  <c:v>0.17600000000000002</c:v>
                </c:pt>
                <c:pt idx="2">
                  <c:v>0.09680000000000001</c:v>
                </c:pt>
                <c:pt idx="3">
                  <c:v>0.053240000000000016</c:v>
                </c:pt>
                <c:pt idx="4">
                  <c:v>0.029282000000000013</c:v>
                </c:pt>
                <c:pt idx="5">
                  <c:v>0.016105100000000004</c:v>
                </c:pt>
                <c:pt idx="6">
                  <c:v>0.008857805000000005</c:v>
                </c:pt>
                <c:pt idx="7">
                  <c:v>0.004871792750000003</c:v>
                </c:pt>
                <c:pt idx="8">
                  <c:v>0.002679486012500002</c:v>
                </c:pt>
                <c:pt idx="9">
                  <c:v>0.0014737173068750011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stationary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timestep 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 1</c:v>
                </c:pt>
              </c:strCache>
            </c:strRef>
          </c:tx>
          <c:spPr>
            <a:solidFill>
              <a:srgbClr val="0E7C7B"/>
            </a:solidFill>
            <a:ln w="3175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</c:v>
                </c:pt>
                <c:pt idx="1">
                  <c:v>0.15</c:v>
                </c:pt>
                <c:pt idx="2">
                  <c:v>0.075</c:v>
                </c:pt>
                <c:pt idx="3">
                  <c:v>0.0375</c:v>
                </c:pt>
                <c:pt idx="4">
                  <c:v>0.01875</c:v>
                </c:pt>
                <c:pt idx="5">
                  <c:v>0.009375</c:v>
                </c:pt>
                <c:pt idx="6">
                  <c:v>0.0046875</c:v>
                </c:pt>
                <c:pt idx="7">
                  <c:v>0.00234375</c:v>
                </c:pt>
                <c:pt idx="8">
                  <c:v>0.001171875</c:v>
                </c:pt>
                <c:pt idx="9">
                  <c:v>0.0005859375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 2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0.22</c:v>
                </c:pt>
                <c:pt idx="1">
                  <c:v>0.12100000000000001</c:v>
                </c:pt>
                <c:pt idx="2">
                  <c:v>0.06655000000000001</c:v>
                </c:pt>
                <c:pt idx="3">
                  <c:v>0.03660250000000001</c:v>
                </c:pt>
                <c:pt idx="4">
                  <c:v>0.02013137500000001</c:v>
                </c:pt>
                <c:pt idx="5">
                  <c:v>0.011072256250000004</c:v>
                </c:pt>
                <c:pt idx="6">
                  <c:v>0.006089740937500003</c:v>
                </c:pt>
                <c:pt idx="7">
                  <c:v>0.003349357515625002</c:v>
                </c:pt>
                <c:pt idx="8">
                  <c:v>0.0018421466335937513</c:v>
                </c:pt>
                <c:pt idx="9">
                  <c:v>0.0010131806484765633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layer 3</c:v>
                </c:pt>
              </c:strCache>
            </c:strRef>
          </c:tx>
          <c:spPr>
            <a:solidFill>
              <a:srgbClr val="E9C46A"/>
            </a:solidFill>
            <a:ln w="31750" cap="flat">
              <a:solidFill>
                <a:srgbClr val="E9C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0.18</c:v>
                </c:pt>
                <c:pt idx="1">
                  <c:v>0.09</c:v>
                </c:pt>
                <c:pt idx="2">
                  <c:v>0.045</c:v>
                </c:pt>
                <c:pt idx="3">
                  <c:v>0.0225</c:v>
                </c:pt>
                <c:pt idx="4">
                  <c:v>0.01125</c:v>
                </c:pt>
                <c:pt idx="5">
                  <c:v>0.005625</c:v>
                </c:pt>
                <c:pt idx="6">
                  <c:v>0.0028125</c:v>
                </c:pt>
                <c:pt idx="7">
                  <c:v>0.00140625</c:v>
                </c:pt>
                <c:pt idx="8">
                  <c:v>0.000703125</c:v>
                </c:pt>
                <c:pt idx="9">
                  <c:v>0.0003515625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layer 4</c:v>
                </c:pt>
              </c:strCache>
            </c:strRef>
          </c:tx>
          <c:spPr>
            <a:solidFill>
              <a:srgbClr val="E76F51"/>
            </a:solidFill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0.15</c:v>
                </c:pt>
                <c:pt idx="1">
                  <c:v>0.0675</c:v>
                </c:pt>
                <c:pt idx="2">
                  <c:v>0.030375</c:v>
                </c:pt>
                <c:pt idx="3">
                  <c:v>0.013668750000000002</c:v>
                </c:pt>
                <c:pt idx="4">
                  <c:v>0.006150937500000001</c:v>
                </c:pt>
                <c:pt idx="5">
                  <c:v>0.0027679218750000004</c:v>
                </c:pt>
                <c:pt idx="6">
                  <c:v>0.00124556484375</c:v>
                </c:pt>
                <c:pt idx="7">
                  <c:v>0.0005605041796875001</c:v>
                </c:pt>
                <c:pt idx="8">
                  <c:v>0.00025222688085937506</c:v>
                </c:pt>
                <c:pt idx="9">
                  <c:v>0.00011350209638671877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timestep 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Previous best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CIFAR-10
(R-19, T=6)</c:v>
                  </c:pt>
                  <c:pt idx="1">
                    <c:v>CIFAR-100
(R-19, T=6)</c:v>
                  </c:pt>
                  <c:pt idx="2">
                    <c:v>ImageNet
(SEW-R34, T=4)</c:v>
                  </c:pt>
                  <c:pt idx="3">
                    <c:v>DVS-CIFAR10
(R-19, T=10)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94.81</c:v>
                </c:pt>
                <c:pt idx="1">
                  <c:v>76.82</c:v>
                </c:pt>
                <c:pt idx="2">
                  <c:v>69.03</c:v>
                </c:pt>
                <c:pt idx="3">
                  <c:v>76.2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(MP-Init + TrSG)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CIFAR-10
(R-19, T=6)</c:v>
                  </c:pt>
                  <c:pt idx="1">
                    <c:v>CIFAR-100
(R-19, T=6)</c:v>
                  </c:pt>
                  <c:pt idx="2">
                    <c:v>ImageNet
(SEW-R34, T=4)</c:v>
                  </c:pt>
                  <c:pt idx="3">
                    <c:v>DVS-CIFAR10
(R-19, T=10)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95.5</c:v>
                </c:pt>
                <c:pt idx="1">
                  <c:v>77.91</c:v>
                </c:pt>
                <c:pt idx="2">
                  <c:v>69.67</c:v>
                </c:pt>
                <c:pt idx="3">
                  <c:v>81.43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+ MP-Init</c:v>
                  </c:pt>
                  <c:pt idx="2">
                    <c:v>+ TrSG</c:v>
                  </c:pt>
                  <c:pt idx="3">
                    <c:v>+ Both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76.6</c:v>
                </c:pt>
                <c:pt idx="1">
                  <c:v>77.37</c:v>
                </c:pt>
                <c:pt idx="2">
                  <c:v>80.83</c:v>
                </c:pt>
                <c:pt idx="3">
                  <c:v>81.43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3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MP-Init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0.06</c:v>
                  </c:pt>
                  <c:pt idx="1">
                    <c:v>0.10</c:v>
                  </c:pt>
                  <c:pt idx="2">
                    <c:v>0.15</c:v>
                  </c:pt>
                  <c:pt idx="3">
                    <c:v>0.22</c:v>
                  </c:pt>
                  <c:pt idx="4">
                    <c:v>0.30</c:v>
                  </c:pt>
                  <c:pt idx="5">
                    <c:v>0.42</c:v>
                  </c:pt>
                  <c:pt idx="6">
                    <c:v>0.52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75.7</c:v>
                </c:pt>
                <c:pt idx="1">
                  <c:v>76.5</c:v>
                </c:pt>
                <c:pt idx="2">
                  <c:v>76.9</c:v>
                </c:pt>
                <c:pt idx="3">
                  <c:v>77</c:v>
                </c:pt>
                <c:pt idx="4">
                  <c:v>76.8</c:v>
                </c:pt>
                <c:pt idx="5">
                  <c:v>76.4</c:v>
                </c:pt>
                <c:pt idx="6">
                  <c:v>75.6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MP-Init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0.06</c:v>
                  </c:pt>
                  <c:pt idx="1">
                    <c:v>0.10</c:v>
                  </c:pt>
                  <c:pt idx="2">
                    <c:v>0.15</c:v>
                  </c:pt>
                  <c:pt idx="3">
                    <c:v>0.22</c:v>
                  </c:pt>
                  <c:pt idx="4">
                    <c:v>0.30</c:v>
                  </c:pt>
                  <c:pt idx="5">
                    <c:v>0.42</c:v>
                  </c:pt>
                  <c:pt idx="6">
                    <c:v>0.52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76.6</c:v>
                </c:pt>
                <c:pt idx="1">
                  <c:v>77.2</c:v>
                </c:pt>
                <c:pt idx="2">
                  <c:v>77.4</c:v>
                </c:pt>
                <c:pt idx="3">
                  <c:v>77.4</c:v>
                </c:pt>
                <c:pt idx="4">
                  <c:v>77.2</c:v>
                </c:pt>
                <c:pt idx="5">
                  <c:v>76.7</c:v>
                </c:pt>
                <c:pt idx="6">
                  <c:v>76.1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firing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114800" cy="4114800"/>
          </a:xfrm>
          <a:prstGeom prst="ellipse">
            <a:avLst/>
          </a:prstGeom>
          <a:solidFill>
            <a:srgbClr val="E9C46A">
              <a:alpha val="15000"/>
            </a:srgbClr>
          </a:solidFill>
          <a:ln w="12700">
            <a:solidFill>
              <a:srgbClr val="E9C46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Stability in Direct Training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Spiking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Potential Initialization &amp; Threshold-Robust Surrogate Gradients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4114800"/>
            <a:ext cx="9144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Hyunho Kook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(국현호)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Eunhyeok Park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Committee: Prof. Jungseul Ok · Prof. Jae-Joon Kim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· POSTECH · 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Spiking Neural Networks?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DNNs are powerful but expensive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1965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serving large models routinely consumes megawatt-scale power; even edge-side inference is hard under tight energy budgets.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SNNs: event-driven alternative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97280" y="3520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transmitted as discrete spikes over time. Paired with neuromorphic hardware, computation skips inactive neurons — orders of magnitude lower energy.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548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4754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direct training is unstable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097280" y="51663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direct-training methods narrowed the accuracy gap, yet two persistent instabilities still hold SNNs back.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680960" y="1554480"/>
            <a:ext cx="4023360" cy="4480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863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86384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instabilities,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principled fixes.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863840" y="3200400"/>
            <a:ext cx="54864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Temporal Covariate Shift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membrane potential — invisible to existing remedies.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863840" y="4343400"/>
            <a:ext cx="54864" cy="1371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4343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Gradient pathology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46720" y="4663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firing threshold becomes a learnable parameter — never explicitly characterized before.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1/4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 Neuron — 30-second tour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Integrate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M[t] = (1 − 1/τ) · U[t−1]  +  (1/τ) · Iin[t]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Fire if M crosses Vthr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S[t] = H( M[t] − Vthr )    ∈ {0, 1}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Reset after firing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U[t] = M[t] − Vthr · S[t]   (soft reset)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4937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just two things: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M[t] crossing Vthr → spike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 leaks toward zero each step (rate 1/τ)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potential over time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583680" y="210312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2/4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Training &amp; the Surrogate Gradient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Heaviside H(·) makes the spike non-differentiable.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still want end-to-end backprop through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53035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derivative H′(·)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δ — a single spike of infinite height. Useless for gradient descent.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5394960"/>
            <a:ext cx="45720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3611880"/>
            <a:ext cx="0" cy="178308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3520440"/>
            <a:ext cx="128016" cy="12801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=  M  -  Vthr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53035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derivative f′(·)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approximation near x = 0. Allows gradient flow to the membrane potential.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5394960"/>
            <a:ext cx="45720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4297680"/>
            <a:ext cx="1371600" cy="1097280"/>
          </a:xfrm>
          <a:prstGeom prst="rect">
            <a:avLst/>
          </a:prstGeom>
          <a:solidFill>
            <a:srgbClr val="0E7C7B">
              <a:alpha val="4000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=  M  -  Vthr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∂S/∂M  ≈  f′(x)  · ∂x/∂M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3/4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Covariate Shift (TCS)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normalizes activations during training.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 inference, fixed BN statistics meet activations whose distribution drifts from one timestep to the next.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 accumulates → mismatch → accuracy drop.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remedies (TEBN, TAB) add per-timestep normalization, but only at the activation level.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5212080"/>
            <a:ext cx="5669280" cy="1188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49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5330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5623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originates one level deeper 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membrane potential itself.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2064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distribution under tdBN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8288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(third spiking layer, ResNet-19, CIFAR-100)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766560" y="219456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6583680" y="5989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shifts right as t grows ⇒ TCS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4/4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Trainable Threshold Voltage — Why it's hard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Vthr governs everything — when neurons fire, how reset behaves, the firing rate, the energy budget.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03120"/>
            <a:ext cx="36576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Vthr?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Per-layer, per-task optimal thresholds outperform a hand-tuned constant. PLIF, LTMD, DIET-SNN all show gains.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103120"/>
            <a:ext cx="36576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gradient breaks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3291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gradient flow is sensitive to the scale of Vthr. Unconstrained updates produce flooding/starvation or explosion/vanishing.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75320" y="21031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103120"/>
            <a:ext cx="36576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explicitly analyzed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291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trains Vthr empirically. The gradient pathology has not been characterized — until now.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 — RS-SG produces gradients that scale as 1/Vthr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thresholds explode the gradient; large thresholds suppress it. AS-SG breaks differently — flooding vs. starvation. Both are documented in real training trajectories.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Open Problems This Thesis Solves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057400" y="1737360"/>
            <a:ext cx="36576" cy="1463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TCS in the membrane potential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1945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remedies (BNTT, TEBN, TAB) operate at the activation level. They normalize the symptom — but the membrane potential of LIF neurons keeps drifting. Since spike output depends directly on M[t], TCS persists.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2057400" y="4297680"/>
            <a:ext cx="36576" cy="1463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pathology of learnable thresholds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7548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Surrogate-gradient methods divide cleanly into Absolute-Scale (AS-SG) and Relative-Scale (RS-SG) families. Once Vthr is trained, both families produce mis-scaled gradients — and the failure modes have never been catalogued.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methods, one paper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40680" cy="731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MP-Init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 Potential Initialization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 the layer-wise membrane potential is a Markov chain that converges geometrically to a unique stationary distribution. We initialize each layer to a per-layer running mean approximating that distribution.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TCS at the 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parameter / compute overhead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LIF inference preserved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463040"/>
            <a:ext cx="5440680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2763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TrSG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0408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Threshold-Robust Surrogate Gradient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classify SG methods into AS-SG and RS-SG and characterize the failure modes of each. TrSG cancels the destabilizing 1/Vthr factor with a single forward-path modification.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37960" y="379476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 invariant to Vthr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window adapts naturally with Vthr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reverts to standard binary spikes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6263640"/>
            <a:ext cx="11155680" cy="0"/>
          </a:xfrm>
          <a:prstGeom prst="rect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Comprehensive validation: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CIFAR-10/100, ImageNet, DVS-CIFAR10  ·  generalizes to Transformer SNNs and event-based detection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MP-INIT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Evidence: TCS Lives in the Membrane Potential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potential at the third spiking layer of ResNet-19 / CIFAR-100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94560"/>
          <a:ext cx="2606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291840" y="182880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TEBN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337560" y="2194560"/>
          <a:ext cx="2606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82880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2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6126480" y="2194560"/>
          <a:ext cx="2606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Shape 9"/>
          <p:cNvSpPr/>
          <p:nvPr/>
        </p:nvSpPr>
        <p:spPr>
          <a:xfrm>
            <a:off x="8869680" y="182880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86968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MP-Init (ours)</a:t>
            </a:r>
            <a:endParaRPr lang="en-US" sz="1200" dirty="0"/>
          </a:p>
        </p:txBody>
      </p:sp>
      <p:graphicFrame>
        <p:nvGraphicFramePr>
          <p:cNvPr id="16" name="Chart 3" descr=""/>
          <p:cNvGraphicFramePr/>
          <p:nvPr/>
        </p:nvGraphicFramePr>
        <p:xfrm>
          <a:off x="8915400" y="2194560"/>
          <a:ext cx="2606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Shape 11"/>
          <p:cNvSpPr/>
          <p:nvPr/>
        </p:nvSpPr>
        <p:spPr>
          <a:xfrm>
            <a:off x="502920" y="5303520"/>
            <a:ext cx="11155680" cy="1188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40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TCS-aware normalizations leave the membrane potential drifting.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417320" y="5760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spike S[t] = H(M[t] − Vthr) depends directly on M[t], the activation drift is downstream — fix the membrane potential and TCS collapses.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MP-INIT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Markov-Chain View of the Membrane Potential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U[t] (post-reset membrane potential of an active neuron) as a stochastic process driven by i.i.d. presynaptic input.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U[t+1]  =  f ( U[t],  Iin[t+1]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(mild)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inputs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U[t] of active neurons stays in [u−, u+]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verified empirically — Ljung–Box, |U|-bounds; backup slides)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5212080" cy="45720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IV.1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convergence to a stationary distribution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assumption, {U[t]} is a Markov chain whose transition kernel satisfies Doeblin's minorization. Therefore a unique stationary π exists, 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3886200"/>
            <a:ext cx="47548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Pⁿ(x, ·) − π ‖_TV   ≤   C · (1 − ε)ⁿ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U[t] forgets the initial condition exponentially fast.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TCS is the gap between U[0] and π. Close the gap and TCS disappears.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MP-INIT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Theorem to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 (mean optimality among constants)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constant initializations c, the one that minimizes E[(U* − c)²] is c = E[U*],  U* ∼ π.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is intractable — but we don't need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Theorem IV.1, U[t] converges geometrically to π, so U[T] is already close to a sample from π once the simulation window has passed.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206240"/>
            <a:ext cx="5486400" cy="1280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E[π]   ≈   E[ U[T] 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as a per-layer running mean during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521208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 π — schematic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675120" y="187452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492240" y="5623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decay (1 − ε)ⁿ — confirmed empirically (Fig. 4.6).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MP-INIT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six lines, no overhead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858000" cy="47548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MP-Init  —  per-layer running-mean initialization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 μˡ ← 0  for every layer ℓ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training batch (window of length 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Uˡ[0] ← μˡ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 T steps of LIF (eqs. 3.1–3.3)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Ūˡ ← mean over active neurons of Uˡ[T]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μˡ ← β · μˡ + (1 − β) · Ūˡ      (EMA, β = 0.9)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inference: keep μˡ fixed, set Uˡ[0] ← μˡ each batch.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5544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cost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2011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scalar per layer (O(L)), not per neuron (O(N)).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26974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7532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inference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7532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the LIF update rule. Standard binary spikes preserved.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680960" y="38404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023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any BN variant — tdBN, TEBN, TAB.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80960" y="49834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1663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7532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Hardware-friendly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75320" y="5440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Constant-mean per layer maps cleanly to neuromorphic accelerators.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MP-INIT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MP-Init Works — at the distribution and at the metric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85216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distance to reference t = 10  (Fig. 4.6)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2880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decay → confirms Theorem IV.1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1417320"/>
            <a:ext cx="4846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with vs. without MP-Init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ResNet-19, table 6.1 (excerpt)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19456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MP-Init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tdBN  · CIFAR-100 · T=4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TEBN · CIFAR-100 · T=4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  · CIFAR-100 · T=4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tdBN  · DVS-CIFAR10 · T=10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tdBN  · CIFAR-100 · T=2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995160" y="4983480"/>
            <a:ext cx="4572000" cy="1280160"/>
          </a:xfrm>
          <a:prstGeom prst="rect">
            <a:avLst/>
          </a:prstGeom>
          <a:solidFill>
            <a:srgbClr val="F1F5F9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32320" y="5074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+1.66 %pt at T = 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32320" y="54864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low-latency regime is exactly where MP-Init helps most — the regime where SNN energy efficiency matters.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TrSG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Surrogate-Gradient Families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SG methods choose how M and Vthr enter the surrogate argument x. Two natural choices — each leads to a different breakdown.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11680"/>
            <a:ext cx="534924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21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AS-SG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21396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Absolute-Scale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80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M[t]  −  Vthr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window:    {M ∈ (Vthr − γ/2, Vthr + γ/2)}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Magnitude:    fixed (1/γ),   independent of Vthr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Wu et al., Deng et al., Fang et al., Wang et 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0116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011680"/>
            <a:ext cx="5349240" cy="6400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121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RS-SG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1396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Relative-Scale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83464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880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M[t] / Vthr  − 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window:    {M ∈ ((1−γ/2)·Vthr, (1+γ/2)·Vthr)}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Magnitude:    1 / Vthr   ⟵  the trouble factor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48463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Meng et al. (γ = Vthr), Rathi &amp; Roy (DIET-SNN)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Vthr ≠ 1 — and especially when Vthr is trained — these two families diverge dramatically.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TrSG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 Modes — and One Fix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width vs. gradient magnitude — both must be balanced relative to the membrane-potential distribution.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Vthr  ≪ 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Vthr  ≫ 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822960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AS-SG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1828800"/>
            <a:ext cx="51206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0116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Flooding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965960" y="23317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window covers most of distribution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29400" y="1828800"/>
            <a:ext cx="51206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Starvation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178040" y="23317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window misses the distribution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3337560"/>
            <a:ext cx="822960" cy="1417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33375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RS-SG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417320" y="3337560"/>
            <a:ext cx="51206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520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Explosion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965960" y="38404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1/Vthr blows the magnitude up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29400" y="3337560"/>
            <a:ext cx="51206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204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Vanishing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178040" y="38404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1/Vthr shrinks the magnitude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02920" y="4846320"/>
            <a:ext cx="822960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" y="484632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TrSG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1417320" y="4846320"/>
            <a:ext cx="5120640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0292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6596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965960" y="5349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scales with Vthr, magnitude stays 1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629400" y="4846320"/>
            <a:ext cx="5120640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029200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7178040" y="5349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scales with Vthr, magnitude stays 1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Fig. 5.1 in the thesis for the geometric picture)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TrSG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TrSG — a one-line forward-path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0972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Training-time output:        Oˡ[t]   =   Vthrˡ  ·  Sˡ[t]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— chain rule cancellation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RS-SG argument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M / Vthr  − 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active window adapts with Vthr  (good)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32004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on forward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Vthr · 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shifts the 1/Vthr factor into the chain rule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75320" y="32004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32918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525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3931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∂O/∂M  =  Vthr · ∂S/∂M  ≈  Vthr · (1/Vthr) · f′(x)  =  f′(x)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760720"/>
            <a:ext cx="11155680" cy="777240"/>
          </a:xfrm>
          <a:prstGeom prst="rect">
            <a:avLst/>
          </a:prstGeom>
          <a:solidFill>
            <a:srgbClr val="F1F5F9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89788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71600" y="5897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scales with Vthr   ·   Magnitude is invariant   ·   Both ratio and scale balanced.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TrSG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Stays Binary — Hardware Compatible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534924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layer 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Oˡ[t]   =   Vthrˡ · Sˡ[t]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Pre-activation of layer ℓ+1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Iˡ⁺¹[t]   =   Wˡ⁺¹  ·  ( Vthrˡ · Sˡ[t] 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Vthr appears explicitly. Gradient is well-scaled; trainable threshold is safe.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349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17320"/>
            <a:ext cx="5349240" cy="548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1790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threshold into next-layer weights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514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Wˡ⁺¹  ←  Vthrˡ  ·  Wˡ⁺¹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337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reverts to standard binary spike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611880"/>
            <a:ext cx="4800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Sˡ[t]   ∈   {0, 1}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57200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LIF neuron at deployment — drop-in for TrueNorth, Loihi, and other neuromorphic chips.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solidFill>
            <a:srgbClr val="F1F5F9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37336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TrSG is a training-only trick. No runtime cost, no hardware constraints relaxed.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TrSG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Tests — and what real training visits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threshold:  Vthr = 0.1   (epoch 100)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AS-SG floods · RS-SG diverges · TrSG stays stable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RatioAG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41732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threshold:  Vthr = 2.0   (epoch 100)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AS-SG starves · RS-SG vanishes · TrSG stays stable</a:t>
            </a:r>
            <a:endParaRPr lang="en-US" sz="11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RatioAG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02920" y="4892040"/>
            <a:ext cx="11155680" cy="1508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thresholds are not corner cases.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349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Vthr is trained, early layers drift below 0.5 and deep layers (esp. on ImageNet) climb above 2 — exactly the stress regimes above. AS-SG and RS-SG break in practice; TrSG does not.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  ·  ResNet-19, CIFAR-100, T = 4, τ = 2.0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 — SOTA across the 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(%)  —  Ours vs. previous best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7452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17320"/>
            <a:ext cx="3108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+1.09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051560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TAB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3108960"/>
            <a:ext cx="3108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3200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+0.64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0515600" y="3474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%pt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(SEW-R34)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4800600"/>
            <a:ext cx="3108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4892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+5.23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10515600" y="5166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%pt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5715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DVS-CIFAR10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RMP-Loss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  ·  Standard LIF neurons, no AutoAugment / Cutout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Ablation, Architecture Transfer,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— they are complementary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ResNet-19 · DVS-CIFAR10 · T = 10 (Table 6.2)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19456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beyond ResNet, beyond classification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SNNs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8600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QKFormer · DVS-CIFAR10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QKFormer · ImageNet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SpikingResformer · ImageNet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58368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— COCO 2017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43484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EMS-ResNet10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58368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recipe — only the SG variant changes. MP-Init + TrSG transfers cleanly to advanced backbones and downstream tasks.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 — gradient alignment &amp; Pareto efficiency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agreement across timesteps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layer-3 gradients (Fig. 6.7)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MP-Init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27048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11096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95144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3000" y="2743200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27048" y="2743200"/>
            <a:ext cx="384048" cy="384048"/>
          </a:xfrm>
          <a:prstGeom prst="rect">
            <a:avLst/>
          </a:prstGeom>
          <a:solidFill>
            <a:srgbClr val="C071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704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11096" y="2743200"/>
            <a:ext cx="384048" cy="384048"/>
          </a:xfrm>
          <a:prstGeom prst="rect">
            <a:avLst/>
          </a:prstGeom>
          <a:solidFill>
            <a:srgbClr val="CF70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95144" y="2743200"/>
            <a:ext cx="384048" cy="384048"/>
          </a:xfrm>
          <a:prstGeom prst="rect">
            <a:avLst/>
          </a:prstGeom>
          <a:solidFill>
            <a:srgbClr val="D870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3127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3000" y="3127248"/>
            <a:ext cx="384048" cy="384048"/>
          </a:xfrm>
          <a:prstGeom prst="rect">
            <a:avLst/>
          </a:prstGeom>
          <a:solidFill>
            <a:srgbClr val="C071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27048" y="3127248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704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11096" y="3127248"/>
            <a:ext cx="384048" cy="384048"/>
          </a:xfrm>
          <a:prstGeom prst="rect">
            <a:avLst/>
          </a:prstGeom>
          <a:solidFill>
            <a:srgbClr val="70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11096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95144" y="3127248"/>
            <a:ext cx="384048" cy="384048"/>
          </a:xfrm>
          <a:prstGeom prst="rect">
            <a:avLst/>
          </a:prstGeom>
          <a:solidFill>
            <a:srgbClr val="7676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3511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43000" y="3511296"/>
            <a:ext cx="384048" cy="384048"/>
          </a:xfrm>
          <a:prstGeom prst="rect">
            <a:avLst/>
          </a:prstGeom>
          <a:solidFill>
            <a:srgbClr val="CF70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527048" y="3511296"/>
            <a:ext cx="384048" cy="384048"/>
          </a:xfrm>
          <a:prstGeom prst="rect">
            <a:avLst/>
          </a:prstGeom>
          <a:solidFill>
            <a:srgbClr val="70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2704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11096" y="3511296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1109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95144" y="3511296"/>
            <a:ext cx="384048" cy="384048"/>
          </a:xfrm>
          <a:prstGeom prst="rect">
            <a:avLst/>
          </a:prstGeom>
          <a:solidFill>
            <a:srgbClr val="7D75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95144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" y="3895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43000" y="3895344"/>
            <a:ext cx="384048" cy="384048"/>
          </a:xfrm>
          <a:prstGeom prst="rect">
            <a:avLst/>
          </a:prstGeom>
          <a:solidFill>
            <a:srgbClr val="D870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527048" y="3895344"/>
            <a:ext cx="384048" cy="384048"/>
          </a:xfrm>
          <a:prstGeom prst="rect">
            <a:avLst/>
          </a:prstGeom>
          <a:solidFill>
            <a:srgbClr val="7676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2704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11096" y="3895344"/>
            <a:ext cx="384048" cy="384048"/>
          </a:xfrm>
          <a:prstGeom prst="rect">
            <a:avLst/>
          </a:prstGeom>
          <a:solidFill>
            <a:srgbClr val="7D75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11096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95144" y="3895344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5144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6120" y="219456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MP-Init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03320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87368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71416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55464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46120" y="2743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03320" y="2743200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087368" y="2743200"/>
            <a:ext cx="384048" cy="384048"/>
          </a:xfrm>
          <a:prstGeom prst="rect">
            <a:avLst/>
          </a:prstGeom>
          <a:solidFill>
            <a:srgbClr val="72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8736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471416" y="2743200"/>
            <a:ext cx="384048" cy="384048"/>
          </a:xfrm>
          <a:prstGeom prst="rect">
            <a:avLst/>
          </a:prstGeom>
          <a:solidFill>
            <a:srgbClr val="5A77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71416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55464" y="2743200"/>
            <a:ext cx="384048" cy="384048"/>
          </a:xfrm>
          <a:prstGeom prst="rect">
            <a:avLst/>
          </a:prstGeom>
          <a:solidFill>
            <a:srgbClr val="72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546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46120" y="3127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703320" y="3127248"/>
            <a:ext cx="384048" cy="384048"/>
          </a:xfrm>
          <a:prstGeom prst="rect">
            <a:avLst/>
          </a:prstGeom>
          <a:solidFill>
            <a:srgbClr val="72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0332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087368" y="3127248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873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71416" y="3127248"/>
            <a:ext cx="384048" cy="384048"/>
          </a:xfrm>
          <a:prstGeom prst="rect">
            <a:avLst/>
          </a:prstGeom>
          <a:solidFill>
            <a:srgbClr val="787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71416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855464" y="3127248"/>
            <a:ext cx="384048" cy="384048"/>
          </a:xfrm>
          <a:prstGeom prst="rect">
            <a:avLst/>
          </a:prstGeom>
          <a:solidFill>
            <a:srgbClr val="6B7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5546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246120" y="3511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703320" y="3511296"/>
            <a:ext cx="384048" cy="384048"/>
          </a:xfrm>
          <a:prstGeom prst="rect">
            <a:avLst/>
          </a:prstGeom>
          <a:solidFill>
            <a:srgbClr val="5A77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0332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087368" y="3511296"/>
            <a:ext cx="384048" cy="384048"/>
          </a:xfrm>
          <a:prstGeom prst="rect">
            <a:avLst/>
          </a:prstGeom>
          <a:solidFill>
            <a:srgbClr val="787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8736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71416" y="3511296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7141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55464" y="3511296"/>
            <a:ext cx="384048" cy="384048"/>
          </a:xfrm>
          <a:prstGeom prst="rect">
            <a:avLst/>
          </a:prstGeom>
          <a:solidFill>
            <a:srgbClr val="787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5464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246120" y="3895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703320" y="3895344"/>
            <a:ext cx="384048" cy="384048"/>
          </a:xfrm>
          <a:prstGeom prst="rect">
            <a:avLst/>
          </a:prstGeom>
          <a:solidFill>
            <a:srgbClr val="7276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0332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087368" y="3895344"/>
            <a:ext cx="384048" cy="384048"/>
          </a:xfrm>
          <a:prstGeom prst="rect">
            <a:avLst/>
          </a:prstGeom>
          <a:solidFill>
            <a:srgbClr val="6B7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8736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471416" y="3895344"/>
            <a:ext cx="384048" cy="384048"/>
          </a:xfrm>
          <a:prstGeom prst="rect">
            <a:avLst/>
          </a:prstGeom>
          <a:solidFill>
            <a:srgbClr val="787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71416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855464" y="3895344"/>
            <a:ext cx="384048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55464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8580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at t = 1 (0.07) → resolved (0.54)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85800" y="5303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MP-Init aligns the temporal-ensemble members and stabilizes optimization.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4008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77800" dist="38100" dir="5400000">
              <a:srgbClr val="0B1E3F">
                <a:alpha val="12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accuracy vs. firing rate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ResNet-19 · CIFAR-100 · sparsity sweep (Fig. 6.5)</a:t>
            </a:r>
            <a:endParaRPr lang="en-US" sz="1000" dirty="0"/>
          </a:p>
        </p:txBody>
      </p:sp>
      <p:graphicFrame>
        <p:nvGraphicFramePr>
          <p:cNvPr id="94" name="Chart 0" descr=""/>
          <p:cNvGraphicFramePr/>
          <p:nvPr/>
        </p:nvGraphicFramePr>
        <p:xfrm>
          <a:off x="6583680" y="21945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5" name="Text 92"/>
          <p:cNvSpPr/>
          <p:nvPr/>
        </p:nvSpPr>
        <p:spPr>
          <a:xfrm>
            <a:off x="658368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at lower firing rate — gains are not from spiking more.</a:t>
            </a:r>
            <a:endParaRPr lang="en-US" sz="1100" dirty="0"/>
          </a:p>
        </p:txBody>
      </p:sp>
      <p:sp>
        <p:nvSpPr>
          <p:cNvPr id="96" name="Text 9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— Hyunho Kook</a:t>
            </a:r>
            <a:endParaRPr lang="en-US" sz="1000" dirty="0"/>
          </a:p>
        </p:txBody>
      </p:sp>
      <p:sp>
        <p:nvSpPr>
          <p:cNvPr id="97" name="Text 94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E9C46A">
              <a:alpha val="15000"/>
            </a:srgbClr>
          </a:solidFill>
          <a:ln w="12700">
            <a:solidFill>
              <a:srgbClr val="E9C46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instabilities, two principled fixes,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cohesive story.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3657600" cy="2286000"/>
          </a:xfrm>
          <a:prstGeom prst="rect">
            <a:avLst/>
          </a:prstGeom>
          <a:solidFill>
            <a:srgbClr val="0F2A5C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68880"/>
            <a:ext cx="36576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MP-Init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originates in the membrane potential. A per-layer running mean closes the gap to the stationary distribution. No overhead, standard inference.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657600" cy="2286000"/>
          </a:xfrm>
          <a:prstGeom prst="rect">
            <a:avLst/>
          </a:prstGeom>
          <a:solidFill>
            <a:srgbClr val="0F2A5C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468880"/>
            <a:ext cx="36576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TrSG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Threshold-induced gradient pathology cancelled by a one-line forward-path fix. Window adapts, magnitude is invariant. Inference reverts to binary spikes.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2468880"/>
            <a:ext cx="3657600" cy="2286000"/>
          </a:xfrm>
          <a:prstGeom prst="rect">
            <a:avLst/>
          </a:prstGeom>
          <a:solidFill>
            <a:srgbClr val="0F2A5C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468880"/>
            <a:ext cx="3657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CIFAR-10/100, ImageNet, DVS-CIFAR10. Generalizes to Transformer SNNs and event-based detection without modification.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&amp;  FUTURE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349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constant approximates π only at the mean — richer parameterizations are open.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with fixed neuron parameters needs quantization-aware adaptation.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LIF: extending the principles to adaptive LIF / Izhikevich / large foundation-scale SNNs.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355080"/>
            <a:ext cx="9144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  Questions?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— MP-Init &amp; TrSG for SNNs</dc:title>
  <dc:subject>PptxGenJS Presentation</dc:subject>
  <dc:creator>Hyunho Kook</dc:creator>
  <cp:lastModifiedBy>Hyunho Kook</cp:lastModifiedBy>
  <cp:revision>1</cp:revision>
  <dcterms:created xsi:type="dcterms:W3CDTF">2026-05-06T11:03:14Z</dcterms:created>
  <dcterms:modified xsi:type="dcterms:W3CDTF">2026-05-06T11:03:14Z</dcterms:modified>
</cp:coreProperties>
</file>